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Alegreya" panose="020B0604020202020204" charset="0"/>
      <p:regular r:id="rId12"/>
    </p:embeddedFont>
    <p:embeddedFont>
      <p:font typeface="Alegreya Bold" panose="020B0604020202020204" charset="0"/>
      <p:regular r:id="rId13"/>
    </p:embeddedFont>
    <p:embeddedFont>
      <p:font typeface="Archivo Narrow Bold"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0" d="100"/>
          <a:sy n="50" d="100"/>
        </p:scale>
        <p:origin x="874"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9.jpe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2.svg"/><Relationship Id="rId7" Type="http://schemas.openxmlformats.org/officeDocument/2006/relationships/image" Target="../media/image12.jpe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16.jpeg"/><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a:off x="4219753" y="-4163497"/>
            <a:ext cx="9848495" cy="18613993"/>
          </a:xfrm>
          <a:custGeom>
            <a:avLst/>
            <a:gdLst/>
            <a:ahLst/>
            <a:cxnLst/>
            <a:rect l="l" t="t" r="r" b="b"/>
            <a:pathLst>
              <a:path w="9848495" h="18613993">
                <a:moveTo>
                  <a:pt x="0" y="0"/>
                </a:moveTo>
                <a:lnTo>
                  <a:pt x="9848494" y="0"/>
                </a:lnTo>
                <a:lnTo>
                  <a:pt x="9848494" y="18613994"/>
                </a:lnTo>
                <a:lnTo>
                  <a:pt x="0" y="18613994"/>
                </a:lnTo>
                <a:lnTo>
                  <a:pt x="0" y="0"/>
                </a:lnTo>
                <a:close/>
              </a:path>
            </a:pathLst>
          </a:custGeom>
          <a:blipFill>
            <a:blip>
              <a:alphaModFix amt="15000"/>
              <a:extLst>
                <a:ext uri="{96DAC541-7B7A-43D3-8B79-37D633B846F1}">
                  <asvg:svgBlip xmlns:asvg="http://schemas.microsoft.com/office/drawing/2016/SVG/main" r:embed="rId2"/>
                </a:ext>
              </a:extLst>
            </a:blip>
            <a:stretch>
              <a:fillRect/>
            </a:stretch>
          </a:blipFill>
        </p:spPr>
      </p:sp>
      <p:sp>
        <p:nvSpPr>
          <p:cNvPr id="3" name="Freeform 3"/>
          <p:cNvSpPr/>
          <p:nvPr/>
        </p:nvSpPr>
        <p:spPr>
          <a:xfrm>
            <a:off x="2341902" y="516545"/>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5946098" y="9371229"/>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028700" y="516545"/>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4632896" y="9371229"/>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1028700" y="6632988"/>
            <a:ext cx="16230600" cy="2625312"/>
            <a:chOff x="0" y="0"/>
            <a:chExt cx="4274726" cy="691440"/>
          </a:xfrm>
        </p:grpSpPr>
        <p:sp>
          <p:nvSpPr>
            <p:cNvPr id="8" name="Freeform 8"/>
            <p:cNvSpPr/>
            <p:nvPr/>
          </p:nvSpPr>
          <p:spPr>
            <a:xfrm>
              <a:off x="0" y="0"/>
              <a:ext cx="4274726" cy="691440"/>
            </a:xfrm>
            <a:custGeom>
              <a:avLst/>
              <a:gdLst/>
              <a:ahLst/>
              <a:cxnLst/>
              <a:rect l="l" t="t" r="r" b="b"/>
              <a:pathLst>
                <a:path w="4274726" h="691440">
                  <a:moveTo>
                    <a:pt x="0" y="0"/>
                  </a:moveTo>
                  <a:lnTo>
                    <a:pt x="4274726" y="0"/>
                  </a:lnTo>
                  <a:lnTo>
                    <a:pt x="4274726" y="691440"/>
                  </a:lnTo>
                  <a:lnTo>
                    <a:pt x="0" y="691440"/>
                  </a:lnTo>
                  <a:close/>
                </a:path>
              </a:pathLst>
            </a:custGeom>
            <a:solidFill>
              <a:srgbClr val="3C6295"/>
            </a:solidFill>
          </p:spPr>
        </p:sp>
        <p:sp>
          <p:nvSpPr>
            <p:cNvPr id="9" name="TextBox 9"/>
            <p:cNvSpPr txBox="1"/>
            <p:nvPr/>
          </p:nvSpPr>
          <p:spPr>
            <a:xfrm>
              <a:off x="0" y="-47625"/>
              <a:ext cx="4274726" cy="739065"/>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028700" y="1028700"/>
            <a:ext cx="8115300" cy="505688"/>
            <a:chOff x="0" y="0"/>
            <a:chExt cx="2137363" cy="133185"/>
          </a:xfrm>
        </p:grpSpPr>
        <p:sp>
          <p:nvSpPr>
            <p:cNvPr id="11" name="Freeform 11"/>
            <p:cNvSpPr/>
            <p:nvPr/>
          </p:nvSpPr>
          <p:spPr>
            <a:xfrm>
              <a:off x="0" y="0"/>
              <a:ext cx="2137363" cy="133185"/>
            </a:xfrm>
            <a:custGeom>
              <a:avLst/>
              <a:gdLst/>
              <a:ahLst/>
              <a:cxnLst/>
              <a:rect l="l" t="t" r="r" b="b"/>
              <a:pathLst>
                <a:path w="2137363" h="133185">
                  <a:moveTo>
                    <a:pt x="0" y="0"/>
                  </a:moveTo>
                  <a:lnTo>
                    <a:pt x="2137363" y="0"/>
                  </a:lnTo>
                  <a:lnTo>
                    <a:pt x="2137363" y="133185"/>
                  </a:lnTo>
                  <a:lnTo>
                    <a:pt x="0" y="133185"/>
                  </a:lnTo>
                  <a:close/>
                </a:path>
              </a:pathLst>
            </a:custGeom>
            <a:solidFill>
              <a:srgbClr val="FF751F"/>
            </a:solidFill>
          </p:spPr>
        </p:sp>
        <p:sp>
          <p:nvSpPr>
            <p:cNvPr id="12" name="TextBox 12"/>
            <p:cNvSpPr txBox="1"/>
            <p:nvPr/>
          </p:nvSpPr>
          <p:spPr>
            <a:xfrm>
              <a:off x="0" y="-47625"/>
              <a:ext cx="2137363" cy="18081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9144000" y="1028700"/>
            <a:ext cx="8115300" cy="505688"/>
            <a:chOff x="0" y="0"/>
            <a:chExt cx="2137363" cy="133185"/>
          </a:xfrm>
        </p:grpSpPr>
        <p:sp>
          <p:nvSpPr>
            <p:cNvPr id="14" name="Freeform 14"/>
            <p:cNvSpPr/>
            <p:nvPr/>
          </p:nvSpPr>
          <p:spPr>
            <a:xfrm>
              <a:off x="0" y="0"/>
              <a:ext cx="2137363" cy="133185"/>
            </a:xfrm>
            <a:custGeom>
              <a:avLst/>
              <a:gdLst/>
              <a:ahLst/>
              <a:cxnLst/>
              <a:rect l="l" t="t" r="r" b="b"/>
              <a:pathLst>
                <a:path w="2137363" h="133185">
                  <a:moveTo>
                    <a:pt x="0" y="0"/>
                  </a:moveTo>
                  <a:lnTo>
                    <a:pt x="2137363" y="0"/>
                  </a:lnTo>
                  <a:lnTo>
                    <a:pt x="2137363" y="133185"/>
                  </a:lnTo>
                  <a:lnTo>
                    <a:pt x="0" y="133185"/>
                  </a:lnTo>
                  <a:close/>
                </a:path>
              </a:pathLst>
            </a:custGeom>
            <a:solidFill>
              <a:srgbClr val="3C6295"/>
            </a:solidFill>
          </p:spPr>
        </p:sp>
        <p:sp>
          <p:nvSpPr>
            <p:cNvPr id="15" name="TextBox 15"/>
            <p:cNvSpPr txBox="1"/>
            <p:nvPr/>
          </p:nvSpPr>
          <p:spPr>
            <a:xfrm>
              <a:off x="0" y="-47625"/>
              <a:ext cx="2137363" cy="180810"/>
            </a:xfrm>
            <a:prstGeom prst="rect">
              <a:avLst/>
            </a:prstGeom>
          </p:spPr>
          <p:txBody>
            <a:bodyPr lIns="50800" tIns="50800" rIns="50800" bIns="50800" rtlCol="0" anchor="ctr"/>
            <a:lstStyle/>
            <a:p>
              <a:pPr algn="ctr">
                <a:lnSpc>
                  <a:spcPts val="2659"/>
                </a:lnSpc>
              </a:pPr>
              <a:endParaRPr/>
            </a:p>
          </p:txBody>
        </p:sp>
      </p:grpSp>
      <p:sp>
        <p:nvSpPr>
          <p:cNvPr id="16" name="TextBox 16"/>
          <p:cNvSpPr txBox="1"/>
          <p:nvPr/>
        </p:nvSpPr>
        <p:spPr>
          <a:xfrm>
            <a:off x="7370257" y="2707804"/>
            <a:ext cx="9508513" cy="1791104"/>
          </a:xfrm>
          <a:prstGeom prst="rect">
            <a:avLst/>
          </a:prstGeom>
        </p:spPr>
        <p:txBody>
          <a:bodyPr lIns="0" tIns="0" rIns="0" bIns="0" rtlCol="0" anchor="t">
            <a:spAutoFit/>
          </a:bodyPr>
          <a:lstStyle/>
          <a:p>
            <a:pPr algn="r">
              <a:lnSpc>
                <a:spcPts val="14677"/>
              </a:lnSpc>
              <a:spcBef>
                <a:spcPct val="0"/>
              </a:spcBef>
            </a:pPr>
            <a:r>
              <a:rPr lang="en-US" sz="10484" b="1">
                <a:solidFill>
                  <a:srgbClr val="FF751F"/>
                </a:solidFill>
                <a:latin typeface="Archivo Narrow Bold"/>
                <a:ea typeface="Archivo Narrow Bold"/>
                <a:cs typeface="Archivo Narrow Bold"/>
                <a:sym typeface="Archivo Narrow Bold"/>
              </a:rPr>
              <a:t>PRESENTATION</a:t>
            </a:r>
          </a:p>
        </p:txBody>
      </p:sp>
      <p:sp>
        <p:nvSpPr>
          <p:cNvPr id="17" name="TextBox 17"/>
          <p:cNvSpPr txBox="1"/>
          <p:nvPr/>
        </p:nvSpPr>
        <p:spPr>
          <a:xfrm>
            <a:off x="12826791" y="4103669"/>
            <a:ext cx="4051980" cy="697929"/>
          </a:xfrm>
          <a:prstGeom prst="rect">
            <a:avLst/>
          </a:prstGeom>
        </p:spPr>
        <p:txBody>
          <a:bodyPr lIns="0" tIns="0" rIns="0" bIns="0" rtlCol="0" anchor="t">
            <a:spAutoFit/>
          </a:bodyPr>
          <a:lstStyle/>
          <a:p>
            <a:pPr algn="ctr">
              <a:lnSpc>
                <a:spcPts val="5659"/>
              </a:lnSpc>
              <a:spcBef>
                <a:spcPct val="0"/>
              </a:spcBef>
            </a:pPr>
            <a:r>
              <a:rPr lang="en-US" sz="4042" b="1">
                <a:solidFill>
                  <a:srgbClr val="3C6295"/>
                </a:solidFill>
                <a:latin typeface="Archivo Narrow Bold"/>
                <a:ea typeface="Archivo Narrow Bold"/>
                <a:cs typeface="Archivo Narrow Bold"/>
                <a:sym typeface="Archivo Narrow Bold"/>
              </a:rPr>
              <a:t>Kyrie Petrakis</a:t>
            </a:r>
          </a:p>
        </p:txBody>
      </p:sp>
      <p:sp>
        <p:nvSpPr>
          <p:cNvPr id="18" name="TextBox 18"/>
          <p:cNvSpPr txBox="1"/>
          <p:nvPr/>
        </p:nvSpPr>
        <p:spPr>
          <a:xfrm>
            <a:off x="13559799" y="1040244"/>
            <a:ext cx="3635281" cy="422275"/>
          </a:xfrm>
          <a:prstGeom prst="rect">
            <a:avLst/>
          </a:prstGeom>
        </p:spPr>
        <p:txBody>
          <a:bodyPr lIns="0" tIns="0" rIns="0" bIns="0" rtlCol="0" anchor="t">
            <a:spAutoFit/>
          </a:bodyPr>
          <a:lstStyle/>
          <a:p>
            <a:pPr algn="ctr">
              <a:lnSpc>
                <a:spcPts val="3499"/>
              </a:lnSpc>
              <a:spcBef>
                <a:spcPct val="0"/>
              </a:spcBef>
            </a:pPr>
            <a:r>
              <a:rPr lang="en-US" sz="2499" b="1">
                <a:solidFill>
                  <a:srgbClr val="FFFFFF"/>
                </a:solidFill>
                <a:latin typeface="Alegreya Bold"/>
                <a:ea typeface="Alegreya Bold"/>
                <a:cs typeface="Alegreya Bold"/>
                <a:sym typeface="Alegreya Bold"/>
              </a:rPr>
              <a:t>www.reallygreatsite.com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4219753" y="-4163497"/>
            <a:ext cx="9848495" cy="18613993"/>
          </a:xfrm>
          <a:custGeom>
            <a:avLst/>
            <a:gdLst/>
            <a:ahLst/>
            <a:cxnLst/>
            <a:rect l="l" t="t" r="r" b="b"/>
            <a:pathLst>
              <a:path w="9848495" h="18613993">
                <a:moveTo>
                  <a:pt x="0" y="18613994"/>
                </a:moveTo>
                <a:lnTo>
                  <a:pt x="9848494" y="18613994"/>
                </a:lnTo>
                <a:lnTo>
                  <a:pt x="9848494" y="0"/>
                </a:lnTo>
                <a:lnTo>
                  <a:pt x="0" y="0"/>
                </a:lnTo>
                <a:lnTo>
                  <a:pt x="0" y="18613994"/>
                </a:lnTo>
                <a:close/>
              </a:path>
            </a:pathLst>
          </a:custGeom>
          <a:blipFill>
            <a:blip>
              <a:alphaModFix amt="7999"/>
              <a:extLst>
                <a:ext uri="{96DAC541-7B7A-43D3-8B79-37D633B846F1}">
                  <asvg:svgBlip xmlns:asvg="http://schemas.microsoft.com/office/drawing/2016/SVG/main" r:embed="rId2"/>
                </a:ext>
              </a:extLst>
            </a:blip>
            <a:stretch>
              <a:fillRect/>
            </a:stretch>
          </a:blipFill>
        </p:spPr>
      </p:sp>
      <p:sp>
        <p:nvSpPr>
          <p:cNvPr id="3" name="Freeform 3"/>
          <p:cNvSpPr/>
          <p:nvPr/>
        </p:nvSpPr>
        <p:spPr>
          <a:xfrm>
            <a:off x="2341902" y="516545"/>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5946098" y="9371229"/>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028700" y="516545"/>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4632896" y="9371229"/>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1028700" y="8752612"/>
            <a:ext cx="8115300" cy="505688"/>
            <a:chOff x="0" y="0"/>
            <a:chExt cx="2137363" cy="133185"/>
          </a:xfrm>
        </p:grpSpPr>
        <p:sp>
          <p:nvSpPr>
            <p:cNvPr id="8" name="Freeform 8"/>
            <p:cNvSpPr/>
            <p:nvPr/>
          </p:nvSpPr>
          <p:spPr>
            <a:xfrm>
              <a:off x="0" y="0"/>
              <a:ext cx="2137363" cy="133185"/>
            </a:xfrm>
            <a:custGeom>
              <a:avLst/>
              <a:gdLst/>
              <a:ahLst/>
              <a:cxnLst/>
              <a:rect l="l" t="t" r="r" b="b"/>
              <a:pathLst>
                <a:path w="2137363" h="133185">
                  <a:moveTo>
                    <a:pt x="0" y="0"/>
                  </a:moveTo>
                  <a:lnTo>
                    <a:pt x="2137363" y="0"/>
                  </a:lnTo>
                  <a:lnTo>
                    <a:pt x="2137363" y="133185"/>
                  </a:lnTo>
                  <a:lnTo>
                    <a:pt x="0" y="133185"/>
                  </a:lnTo>
                  <a:close/>
                </a:path>
              </a:pathLst>
            </a:custGeom>
            <a:solidFill>
              <a:srgbClr val="FF751F"/>
            </a:solidFill>
          </p:spPr>
        </p:sp>
        <p:sp>
          <p:nvSpPr>
            <p:cNvPr id="9" name="TextBox 9"/>
            <p:cNvSpPr txBox="1"/>
            <p:nvPr/>
          </p:nvSpPr>
          <p:spPr>
            <a:xfrm>
              <a:off x="0" y="-47625"/>
              <a:ext cx="2137363" cy="180810"/>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028700" y="2479309"/>
            <a:ext cx="8115300" cy="137058"/>
            <a:chOff x="0" y="0"/>
            <a:chExt cx="2137363" cy="36097"/>
          </a:xfrm>
        </p:grpSpPr>
        <p:sp>
          <p:nvSpPr>
            <p:cNvPr id="11" name="Freeform 11"/>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3C6295"/>
            </a:solidFill>
          </p:spPr>
        </p:sp>
        <p:sp>
          <p:nvSpPr>
            <p:cNvPr id="12" name="TextBox 12"/>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9144000" y="8752612"/>
            <a:ext cx="8115300" cy="505688"/>
            <a:chOff x="0" y="0"/>
            <a:chExt cx="2137363" cy="133185"/>
          </a:xfrm>
        </p:grpSpPr>
        <p:sp>
          <p:nvSpPr>
            <p:cNvPr id="14" name="Freeform 14"/>
            <p:cNvSpPr/>
            <p:nvPr/>
          </p:nvSpPr>
          <p:spPr>
            <a:xfrm>
              <a:off x="0" y="0"/>
              <a:ext cx="2137363" cy="133185"/>
            </a:xfrm>
            <a:custGeom>
              <a:avLst/>
              <a:gdLst/>
              <a:ahLst/>
              <a:cxnLst/>
              <a:rect l="l" t="t" r="r" b="b"/>
              <a:pathLst>
                <a:path w="2137363" h="133185">
                  <a:moveTo>
                    <a:pt x="0" y="0"/>
                  </a:moveTo>
                  <a:lnTo>
                    <a:pt x="2137363" y="0"/>
                  </a:lnTo>
                  <a:lnTo>
                    <a:pt x="2137363" y="133185"/>
                  </a:lnTo>
                  <a:lnTo>
                    <a:pt x="0" y="133185"/>
                  </a:lnTo>
                  <a:close/>
                </a:path>
              </a:pathLst>
            </a:custGeom>
            <a:solidFill>
              <a:srgbClr val="3C6295"/>
            </a:solidFill>
          </p:spPr>
        </p:sp>
        <p:sp>
          <p:nvSpPr>
            <p:cNvPr id="15" name="TextBox 15"/>
            <p:cNvSpPr txBox="1"/>
            <p:nvPr/>
          </p:nvSpPr>
          <p:spPr>
            <a:xfrm>
              <a:off x="0" y="-47625"/>
              <a:ext cx="2137363" cy="18081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9144000" y="2479309"/>
            <a:ext cx="8115300" cy="137058"/>
            <a:chOff x="0" y="0"/>
            <a:chExt cx="2137363" cy="36097"/>
          </a:xfrm>
        </p:grpSpPr>
        <p:sp>
          <p:nvSpPr>
            <p:cNvPr id="17" name="Freeform 1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751F"/>
            </a:solidFill>
          </p:spPr>
        </p:sp>
        <p:sp>
          <p:nvSpPr>
            <p:cNvPr id="18" name="TextBox 1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1250142" y="828675"/>
            <a:ext cx="7189108" cy="1791104"/>
          </a:xfrm>
          <a:prstGeom prst="rect">
            <a:avLst/>
          </a:prstGeom>
        </p:spPr>
        <p:txBody>
          <a:bodyPr lIns="0" tIns="0" rIns="0" bIns="0" rtlCol="0" anchor="t">
            <a:spAutoFit/>
          </a:bodyPr>
          <a:lstStyle/>
          <a:p>
            <a:pPr algn="l">
              <a:lnSpc>
                <a:spcPts val="14677"/>
              </a:lnSpc>
              <a:spcBef>
                <a:spcPct val="0"/>
              </a:spcBef>
            </a:pPr>
            <a:r>
              <a:rPr lang="en-US" sz="10484" b="1">
                <a:solidFill>
                  <a:srgbClr val="FF751F"/>
                </a:solidFill>
                <a:latin typeface="Archivo Narrow Bold"/>
                <a:ea typeface="Archivo Narrow Bold"/>
                <a:cs typeface="Archivo Narrow Bold"/>
                <a:sym typeface="Archivo Narrow Bold"/>
              </a:rPr>
              <a:t>Introduction</a:t>
            </a:r>
          </a:p>
        </p:txBody>
      </p:sp>
      <p:sp>
        <p:nvSpPr>
          <p:cNvPr id="20" name="TextBox 20"/>
          <p:cNvSpPr txBox="1"/>
          <p:nvPr/>
        </p:nvSpPr>
        <p:spPr>
          <a:xfrm>
            <a:off x="2408116" y="3299447"/>
            <a:ext cx="13471768" cy="4587240"/>
          </a:xfrm>
          <a:prstGeom prst="rect">
            <a:avLst/>
          </a:prstGeom>
        </p:spPr>
        <p:txBody>
          <a:bodyPr lIns="0" tIns="0" rIns="0" bIns="0" rtlCol="0" anchor="t">
            <a:spAutoFit/>
          </a:bodyPr>
          <a:lstStyle/>
          <a:p>
            <a:pPr algn="just">
              <a:lnSpc>
                <a:spcPts val="3359"/>
              </a:lnSpc>
            </a:pPr>
            <a:r>
              <a:rPr lang="en-US" sz="2400">
                <a:solidFill>
                  <a:srgbClr val="000000"/>
                </a:solidFill>
                <a:latin typeface="Alegreya"/>
                <a:ea typeface="Alegreya"/>
                <a:cs typeface="Alegreya"/>
                <a:sym typeface="Alegreya"/>
              </a:rPr>
              <a:t>Lorem ipsum dolor sit amet, consectetur adipiscing elit. Nullam non gravida lorem. Donec ac tempus ante. Curabitur mattis nibh felis, vel commodo ex convallis quis. Donec fringilla rutrum elit. Vestibulum sit amet molestie metus, ac porttitor quam. Cras lorem odio, maximus eu libero vitae, ultrices congue quam. Proin facilisis nisi nec elementum viverra. Praesent commodo sapien quis diam dignissim imperdiet. Duis quis ligula id nulla ultricies convallis.</a:t>
            </a:r>
          </a:p>
          <a:p>
            <a:pPr algn="just">
              <a:lnSpc>
                <a:spcPts val="3359"/>
              </a:lnSpc>
            </a:pPr>
            <a:r>
              <a:rPr lang="en-US" sz="2400">
                <a:solidFill>
                  <a:srgbClr val="000000"/>
                </a:solidFill>
                <a:latin typeface="Alegreya"/>
                <a:ea typeface="Alegreya"/>
                <a:cs typeface="Alegreya"/>
                <a:sym typeface="Alegreya"/>
              </a:rPr>
              <a:t>Morbi odio nulla, venenatis malesuada porttitor nec, finibus ac magna. Curabitur elementum quam ut tortor tempus, non iaculis lectus aliquet. Proin scelerisque lacinia libero non convallis. Maecenas fermentum euismod nunc, et porttitor neque tincidunt eget. Curabitur sed arcu magna. Sed posuere, mi et commodo suscipit, mauris lectus volutpat turpis, quis malesuada ligula nisi id lorem. Ut ut diam ipsum. Vestibulum elementum ex orci, eget efficitur dui convallis vitae. Nam volutpat feugiat nisl in dictum. Morbi tempor et augue in imperdiet. Integer tincidunt efficitur semper.</a:t>
            </a:r>
          </a:p>
        </p:txBody>
      </p:sp>
      <p:sp>
        <p:nvSpPr>
          <p:cNvPr id="21" name="TextBox 21"/>
          <p:cNvSpPr txBox="1"/>
          <p:nvPr/>
        </p:nvSpPr>
        <p:spPr>
          <a:xfrm>
            <a:off x="15879884" y="2032269"/>
            <a:ext cx="1176741" cy="365760"/>
          </a:xfrm>
          <a:prstGeom prst="rect">
            <a:avLst/>
          </a:prstGeom>
        </p:spPr>
        <p:txBody>
          <a:bodyPr lIns="0" tIns="0" rIns="0" bIns="0" rtlCol="0" anchor="t">
            <a:spAutoFit/>
          </a:bodyPr>
          <a:lstStyle/>
          <a:p>
            <a:pPr algn="r">
              <a:lnSpc>
                <a:spcPts val="2940"/>
              </a:lnSpc>
              <a:spcBef>
                <a:spcPct val="0"/>
              </a:spcBef>
            </a:pPr>
            <a:r>
              <a:rPr lang="en-US" sz="2100" b="1">
                <a:solidFill>
                  <a:srgbClr val="3C6295"/>
                </a:solidFill>
                <a:latin typeface="Archivo Narrow Bold"/>
                <a:ea typeface="Archivo Narrow Bold"/>
                <a:cs typeface="Archivo Narrow Bold"/>
                <a:sym typeface="Archivo Narrow Bold"/>
              </a:rPr>
              <a:t>PAGE 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H="1" flipV="1">
            <a:off x="4219753" y="-4163497"/>
            <a:ext cx="9848495" cy="18613993"/>
          </a:xfrm>
          <a:custGeom>
            <a:avLst/>
            <a:gdLst/>
            <a:ahLst/>
            <a:cxnLst/>
            <a:rect l="l" t="t" r="r" b="b"/>
            <a:pathLst>
              <a:path w="9848495" h="18613993">
                <a:moveTo>
                  <a:pt x="9848494" y="18613994"/>
                </a:moveTo>
                <a:lnTo>
                  <a:pt x="0" y="18613994"/>
                </a:lnTo>
                <a:lnTo>
                  <a:pt x="0" y="0"/>
                </a:lnTo>
                <a:lnTo>
                  <a:pt x="9848494" y="0"/>
                </a:lnTo>
                <a:lnTo>
                  <a:pt x="9848494" y="18613994"/>
                </a:lnTo>
                <a:close/>
              </a:path>
            </a:pathLst>
          </a:custGeom>
          <a:blipFill>
            <a:blip>
              <a:alphaModFix amt="7999"/>
              <a:extLst>
                <a:ext uri="{96DAC541-7B7A-43D3-8B79-37D633B846F1}">
                  <asvg:svgBlip xmlns:asvg="http://schemas.microsoft.com/office/drawing/2016/SVG/main" r:embed="rId2"/>
                </a:ext>
              </a:extLst>
            </a:blip>
            <a:stretch>
              <a:fillRect/>
            </a:stretch>
          </a:blipFill>
        </p:spPr>
      </p:sp>
      <p:sp>
        <p:nvSpPr>
          <p:cNvPr id="3" name="Freeform 3"/>
          <p:cNvSpPr/>
          <p:nvPr/>
        </p:nvSpPr>
        <p:spPr>
          <a:xfrm>
            <a:off x="2341902" y="516545"/>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5946098" y="9371229"/>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028700" y="516545"/>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4632896" y="9371229"/>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1028700" y="1028700"/>
            <a:ext cx="8115300" cy="505688"/>
            <a:chOff x="0" y="0"/>
            <a:chExt cx="2137363" cy="133185"/>
          </a:xfrm>
        </p:grpSpPr>
        <p:sp>
          <p:nvSpPr>
            <p:cNvPr id="8" name="Freeform 8"/>
            <p:cNvSpPr/>
            <p:nvPr/>
          </p:nvSpPr>
          <p:spPr>
            <a:xfrm>
              <a:off x="0" y="0"/>
              <a:ext cx="2137363" cy="133185"/>
            </a:xfrm>
            <a:custGeom>
              <a:avLst/>
              <a:gdLst/>
              <a:ahLst/>
              <a:cxnLst/>
              <a:rect l="l" t="t" r="r" b="b"/>
              <a:pathLst>
                <a:path w="2137363" h="133185">
                  <a:moveTo>
                    <a:pt x="0" y="0"/>
                  </a:moveTo>
                  <a:lnTo>
                    <a:pt x="2137363" y="0"/>
                  </a:lnTo>
                  <a:lnTo>
                    <a:pt x="2137363" y="133185"/>
                  </a:lnTo>
                  <a:lnTo>
                    <a:pt x="0" y="133185"/>
                  </a:lnTo>
                  <a:close/>
                </a:path>
              </a:pathLst>
            </a:custGeom>
            <a:solidFill>
              <a:srgbClr val="FF751F"/>
            </a:solidFill>
          </p:spPr>
        </p:sp>
        <p:sp>
          <p:nvSpPr>
            <p:cNvPr id="9" name="TextBox 9"/>
            <p:cNvSpPr txBox="1"/>
            <p:nvPr/>
          </p:nvSpPr>
          <p:spPr>
            <a:xfrm>
              <a:off x="0" y="-47625"/>
              <a:ext cx="2137363" cy="180810"/>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028700" y="9121242"/>
            <a:ext cx="8115300" cy="137058"/>
            <a:chOff x="0" y="0"/>
            <a:chExt cx="2137363" cy="36097"/>
          </a:xfrm>
        </p:grpSpPr>
        <p:sp>
          <p:nvSpPr>
            <p:cNvPr id="11" name="Freeform 11"/>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3C6295"/>
            </a:solidFill>
          </p:spPr>
        </p:sp>
        <p:sp>
          <p:nvSpPr>
            <p:cNvPr id="12" name="TextBox 12"/>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9144000" y="1028700"/>
            <a:ext cx="8115300" cy="505688"/>
            <a:chOff x="0" y="0"/>
            <a:chExt cx="2137363" cy="133185"/>
          </a:xfrm>
        </p:grpSpPr>
        <p:sp>
          <p:nvSpPr>
            <p:cNvPr id="14" name="Freeform 14"/>
            <p:cNvSpPr/>
            <p:nvPr/>
          </p:nvSpPr>
          <p:spPr>
            <a:xfrm>
              <a:off x="0" y="0"/>
              <a:ext cx="2137363" cy="133185"/>
            </a:xfrm>
            <a:custGeom>
              <a:avLst/>
              <a:gdLst/>
              <a:ahLst/>
              <a:cxnLst/>
              <a:rect l="l" t="t" r="r" b="b"/>
              <a:pathLst>
                <a:path w="2137363" h="133185">
                  <a:moveTo>
                    <a:pt x="0" y="0"/>
                  </a:moveTo>
                  <a:lnTo>
                    <a:pt x="2137363" y="0"/>
                  </a:lnTo>
                  <a:lnTo>
                    <a:pt x="2137363" y="133185"/>
                  </a:lnTo>
                  <a:lnTo>
                    <a:pt x="0" y="133185"/>
                  </a:lnTo>
                  <a:close/>
                </a:path>
              </a:pathLst>
            </a:custGeom>
            <a:solidFill>
              <a:srgbClr val="3C6295"/>
            </a:solidFill>
          </p:spPr>
        </p:sp>
        <p:sp>
          <p:nvSpPr>
            <p:cNvPr id="15" name="TextBox 15"/>
            <p:cNvSpPr txBox="1"/>
            <p:nvPr/>
          </p:nvSpPr>
          <p:spPr>
            <a:xfrm>
              <a:off x="0" y="-47625"/>
              <a:ext cx="2137363" cy="18081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9144000" y="9121242"/>
            <a:ext cx="8115300" cy="137058"/>
            <a:chOff x="0" y="0"/>
            <a:chExt cx="2137363" cy="36097"/>
          </a:xfrm>
        </p:grpSpPr>
        <p:sp>
          <p:nvSpPr>
            <p:cNvPr id="17" name="Freeform 1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751F"/>
            </a:solidFill>
          </p:spPr>
        </p:sp>
        <p:sp>
          <p:nvSpPr>
            <p:cNvPr id="18" name="TextBox 1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1337000" y="1245103"/>
            <a:ext cx="5716911" cy="1791104"/>
          </a:xfrm>
          <a:prstGeom prst="rect">
            <a:avLst/>
          </a:prstGeom>
        </p:spPr>
        <p:txBody>
          <a:bodyPr lIns="0" tIns="0" rIns="0" bIns="0" rtlCol="0" anchor="t">
            <a:spAutoFit/>
          </a:bodyPr>
          <a:lstStyle/>
          <a:p>
            <a:pPr algn="l">
              <a:lnSpc>
                <a:spcPts val="14677"/>
              </a:lnSpc>
              <a:spcBef>
                <a:spcPct val="0"/>
              </a:spcBef>
            </a:pPr>
            <a:r>
              <a:rPr lang="en-US" sz="10484" b="1">
                <a:solidFill>
                  <a:srgbClr val="3C6295"/>
                </a:solidFill>
                <a:latin typeface="Archivo Narrow Bold"/>
                <a:ea typeface="Archivo Narrow Bold"/>
                <a:cs typeface="Archivo Narrow Bold"/>
                <a:sym typeface="Archivo Narrow Bold"/>
              </a:rPr>
              <a:t>Our Story</a:t>
            </a:r>
          </a:p>
        </p:txBody>
      </p:sp>
      <p:sp>
        <p:nvSpPr>
          <p:cNvPr id="20" name="TextBox 20"/>
          <p:cNvSpPr txBox="1"/>
          <p:nvPr/>
        </p:nvSpPr>
        <p:spPr>
          <a:xfrm>
            <a:off x="1337000" y="2872804"/>
            <a:ext cx="7638646" cy="5659818"/>
          </a:xfrm>
          <a:prstGeom prst="rect">
            <a:avLst/>
          </a:prstGeom>
        </p:spPr>
        <p:txBody>
          <a:bodyPr lIns="0" tIns="0" rIns="0" bIns="0" rtlCol="0" anchor="t">
            <a:spAutoFit/>
          </a:bodyPr>
          <a:lstStyle/>
          <a:p>
            <a:pPr algn="just">
              <a:lnSpc>
                <a:spcPts val="2842"/>
              </a:lnSpc>
            </a:pPr>
            <a:r>
              <a:rPr lang="en-US" sz="2030">
                <a:solidFill>
                  <a:srgbClr val="000000"/>
                </a:solidFill>
                <a:latin typeface="Alegreya"/>
                <a:ea typeface="Alegreya"/>
                <a:cs typeface="Alegreya"/>
                <a:sym typeface="Alegreya"/>
              </a:rPr>
              <a:t>Lorem ipsum dolor sit amet, consectetur adipiscing elit. Nullam non gravida lorem. Donec ac tempus ante. Curabitur mattis nibh felis, vel commodo ex convallis quis. Donec fringilla rutrum elit. Vestibulum sit amet molestie metus, ac porttitor quam. Cras lorem odio, maximus eu libero vitae, ultrices congue quam. Proin facilisis nisi nec elementum viverra. Praesent commodo sapien quis diam dignissim imperdiet. Duis quis ligula id nulla ultricies convallis.</a:t>
            </a:r>
          </a:p>
          <a:p>
            <a:pPr algn="just">
              <a:lnSpc>
                <a:spcPts val="2842"/>
              </a:lnSpc>
            </a:pPr>
            <a:r>
              <a:rPr lang="en-US" sz="2030">
                <a:solidFill>
                  <a:srgbClr val="000000"/>
                </a:solidFill>
                <a:latin typeface="Alegreya"/>
                <a:ea typeface="Alegreya"/>
                <a:cs typeface="Alegreya"/>
                <a:sym typeface="Alegreya"/>
              </a:rPr>
              <a:t>Morbi odio nulla, venenatis malesuada porttitor nec, finibus ac magna. Curabitur elementum quam ut tortor tempus, non iaculis lectus aliquet. Proin scelerisque lacinia libero non convallis. Maecenas fermentum euismod nunc, et porttitor neque tincidunt eget. Curabitur sed arcu magna. Sed posuere, mi et commodo suscipit, mauris lectus volutpat turpis, quis malesuada ligula nisi id lorem. Ut ut diam ipsum. Vestibulum elementum ex orci, eget efficitur dui convallis vitae. Nam volutpat feugiat nisl in dictum. Morbi tempor et augue in imperdiet. Integer tincidunt efficitur semper.</a:t>
            </a:r>
          </a:p>
        </p:txBody>
      </p:sp>
      <p:sp>
        <p:nvSpPr>
          <p:cNvPr id="21" name="TextBox 21"/>
          <p:cNvSpPr txBox="1"/>
          <p:nvPr/>
        </p:nvSpPr>
        <p:spPr>
          <a:xfrm>
            <a:off x="9382327" y="2043100"/>
            <a:ext cx="7638646" cy="6723561"/>
          </a:xfrm>
          <a:prstGeom prst="rect">
            <a:avLst/>
          </a:prstGeom>
        </p:spPr>
        <p:txBody>
          <a:bodyPr lIns="0" tIns="0" rIns="0" bIns="0" rtlCol="0" anchor="t">
            <a:spAutoFit/>
          </a:bodyPr>
          <a:lstStyle/>
          <a:p>
            <a:pPr algn="just">
              <a:lnSpc>
                <a:spcPts val="2842"/>
              </a:lnSpc>
            </a:pPr>
            <a:r>
              <a:rPr lang="en-US" sz="2030">
                <a:solidFill>
                  <a:srgbClr val="000000"/>
                </a:solidFill>
                <a:latin typeface="Alegreya"/>
                <a:ea typeface="Alegreya"/>
                <a:cs typeface="Alegreya"/>
                <a:sym typeface="Alegreya"/>
              </a:rPr>
              <a:t>Lorem ipsum dolor sit amet, consectetur adipiscing elit. Nullam non gravida lorem. Donec ac tempus ante. Curabitur mattis nibh felis, vel commodo ex convallis quis. Donec fringilla rutrum elit. Vestibulum sit amet molestie metus, ac porttitor quam. Cras lorem odio, maximus eu libero vitae, ultrices congue quam. Proin facilisis nisi nec elementum viverra. Praesent commodo sapien quis diam dignissim imperdiet. Duis quis ligula id nulla ultricies convallis.</a:t>
            </a:r>
          </a:p>
          <a:p>
            <a:pPr algn="just">
              <a:lnSpc>
                <a:spcPts val="2842"/>
              </a:lnSpc>
            </a:pPr>
            <a:r>
              <a:rPr lang="en-US" sz="2030">
                <a:solidFill>
                  <a:srgbClr val="000000"/>
                </a:solidFill>
                <a:latin typeface="Alegreya"/>
                <a:ea typeface="Alegreya"/>
                <a:cs typeface="Alegreya"/>
                <a:sym typeface="Alegreya"/>
              </a:rPr>
              <a:t>Morbi odio nulla, venenatis malesuada porttitor nec, finibus ac magna. Curabitur elementum quam ut tortor tempus, non iaculis lectus aliquet. Proin scelerisque lacinia libero non convallis. Maecenas fermentum euismod nunc, et porttitor neque tincidunt eget. Curabitur sed arcu magna. Sed posuere, mi et commodo suscipit, mauris lectus volutpat turpis, quis malesuada ligula nisi id lorem. Ut ut diam ipsum. Vestibulum elementum ex orci, eget efficitur dui convallis vitae. Nam volutpat feugiat nisl in dictum. Morbi tempor et augue in imperdiet. Integer tincidunt efficitur semper.</a:t>
            </a:r>
          </a:p>
          <a:p>
            <a:pPr algn="just">
              <a:lnSpc>
                <a:spcPts val="2842"/>
              </a:lnSpc>
            </a:pPr>
            <a:r>
              <a:rPr lang="en-US" sz="2030">
                <a:solidFill>
                  <a:srgbClr val="000000"/>
                </a:solidFill>
                <a:latin typeface="Alegreya"/>
                <a:ea typeface="Alegreya"/>
                <a:cs typeface="Alegreya"/>
                <a:sym typeface="Alegreya"/>
              </a:rPr>
              <a:t>Aliquam sed ligula lacus. Morbi eget dolor eu velit pellentesque commodo. Lorem ipsum dolor sit amet, consectetur adipiscing elit. Duis vel sollicitudin purus.</a:t>
            </a:r>
          </a:p>
        </p:txBody>
      </p:sp>
      <p:sp>
        <p:nvSpPr>
          <p:cNvPr id="22" name="TextBox 22"/>
          <p:cNvSpPr txBox="1"/>
          <p:nvPr/>
        </p:nvSpPr>
        <p:spPr>
          <a:xfrm>
            <a:off x="15946098" y="1601140"/>
            <a:ext cx="1074875" cy="365760"/>
          </a:xfrm>
          <a:prstGeom prst="rect">
            <a:avLst/>
          </a:prstGeom>
        </p:spPr>
        <p:txBody>
          <a:bodyPr lIns="0" tIns="0" rIns="0" bIns="0" rtlCol="0" anchor="t">
            <a:spAutoFit/>
          </a:bodyPr>
          <a:lstStyle/>
          <a:p>
            <a:pPr algn="r">
              <a:lnSpc>
                <a:spcPts val="2940"/>
              </a:lnSpc>
              <a:spcBef>
                <a:spcPct val="0"/>
              </a:spcBef>
            </a:pPr>
            <a:r>
              <a:rPr lang="en-US" sz="2100" b="1">
                <a:solidFill>
                  <a:srgbClr val="3C6295"/>
                </a:solidFill>
                <a:latin typeface="Archivo Narrow Bold"/>
                <a:ea typeface="Archivo Narrow Bold"/>
                <a:cs typeface="Archivo Narrow Bold"/>
                <a:sym typeface="Archivo Narrow Bold"/>
              </a:rPr>
              <a:t>PAGE 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H="1" flipV="1">
            <a:off x="4219753" y="-4163497"/>
            <a:ext cx="9848495" cy="18613993"/>
          </a:xfrm>
          <a:custGeom>
            <a:avLst/>
            <a:gdLst/>
            <a:ahLst/>
            <a:cxnLst/>
            <a:rect l="l" t="t" r="r" b="b"/>
            <a:pathLst>
              <a:path w="9848495" h="18613993">
                <a:moveTo>
                  <a:pt x="9848494" y="18613994"/>
                </a:moveTo>
                <a:lnTo>
                  <a:pt x="0" y="18613994"/>
                </a:lnTo>
                <a:lnTo>
                  <a:pt x="0" y="0"/>
                </a:lnTo>
                <a:lnTo>
                  <a:pt x="9848494" y="0"/>
                </a:lnTo>
                <a:lnTo>
                  <a:pt x="9848494" y="18613994"/>
                </a:lnTo>
                <a:close/>
              </a:path>
            </a:pathLst>
          </a:custGeom>
          <a:blipFill>
            <a:blip>
              <a:alphaModFix amt="7999"/>
              <a:extLst>
                <a:ext uri="{96DAC541-7B7A-43D3-8B79-37D633B846F1}">
                  <asvg:svgBlip xmlns:asvg="http://schemas.microsoft.com/office/drawing/2016/SVG/main" r:embed="rId2"/>
                </a:ext>
              </a:extLst>
            </a:blip>
            <a:stretch>
              <a:fillRect/>
            </a:stretch>
          </a:blipFill>
        </p:spPr>
      </p:sp>
      <p:sp>
        <p:nvSpPr>
          <p:cNvPr id="3" name="Freeform 3"/>
          <p:cNvSpPr/>
          <p:nvPr/>
        </p:nvSpPr>
        <p:spPr>
          <a:xfrm>
            <a:off x="2341902" y="516545"/>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5946098" y="9371229"/>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028700" y="516545"/>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4632896" y="9371229"/>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1028700" y="1028700"/>
            <a:ext cx="8115300" cy="505688"/>
            <a:chOff x="0" y="0"/>
            <a:chExt cx="2137363" cy="133185"/>
          </a:xfrm>
        </p:grpSpPr>
        <p:sp>
          <p:nvSpPr>
            <p:cNvPr id="8" name="Freeform 8"/>
            <p:cNvSpPr/>
            <p:nvPr/>
          </p:nvSpPr>
          <p:spPr>
            <a:xfrm>
              <a:off x="0" y="0"/>
              <a:ext cx="2137363" cy="133185"/>
            </a:xfrm>
            <a:custGeom>
              <a:avLst/>
              <a:gdLst/>
              <a:ahLst/>
              <a:cxnLst/>
              <a:rect l="l" t="t" r="r" b="b"/>
              <a:pathLst>
                <a:path w="2137363" h="133185">
                  <a:moveTo>
                    <a:pt x="0" y="0"/>
                  </a:moveTo>
                  <a:lnTo>
                    <a:pt x="2137363" y="0"/>
                  </a:lnTo>
                  <a:lnTo>
                    <a:pt x="2137363" y="133185"/>
                  </a:lnTo>
                  <a:lnTo>
                    <a:pt x="0" y="133185"/>
                  </a:lnTo>
                  <a:close/>
                </a:path>
              </a:pathLst>
            </a:custGeom>
            <a:solidFill>
              <a:srgbClr val="FF751F"/>
            </a:solidFill>
          </p:spPr>
        </p:sp>
        <p:sp>
          <p:nvSpPr>
            <p:cNvPr id="9" name="TextBox 9"/>
            <p:cNvSpPr txBox="1"/>
            <p:nvPr/>
          </p:nvSpPr>
          <p:spPr>
            <a:xfrm>
              <a:off x="0" y="-47625"/>
              <a:ext cx="2137363" cy="180810"/>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88711" y="2571977"/>
            <a:ext cx="6779015" cy="6888684"/>
            <a:chOff x="0" y="0"/>
            <a:chExt cx="1785420" cy="1814304"/>
          </a:xfrm>
        </p:grpSpPr>
        <p:sp>
          <p:nvSpPr>
            <p:cNvPr id="11" name="Freeform 11"/>
            <p:cNvSpPr/>
            <p:nvPr/>
          </p:nvSpPr>
          <p:spPr>
            <a:xfrm>
              <a:off x="0" y="0"/>
              <a:ext cx="1785420" cy="1814304"/>
            </a:xfrm>
            <a:custGeom>
              <a:avLst/>
              <a:gdLst/>
              <a:ahLst/>
              <a:cxnLst/>
              <a:rect l="l" t="t" r="r" b="b"/>
              <a:pathLst>
                <a:path w="1785420" h="1814304">
                  <a:moveTo>
                    <a:pt x="0" y="0"/>
                  </a:moveTo>
                  <a:lnTo>
                    <a:pt x="1785420" y="0"/>
                  </a:lnTo>
                  <a:lnTo>
                    <a:pt x="1785420" y="1814304"/>
                  </a:lnTo>
                  <a:lnTo>
                    <a:pt x="0" y="1814304"/>
                  </a:lnTo>
                  <a:close/>
                </a:path>
              </a:pathLst>
            </a:custGeom>
            <a:solidFill>
              <a:srgbClr val="FF751F"/>
            </a:solidFill>
          </p:spPr>
        </p:sp>
        <p:sp>
          <p:nvSpPr>
            <p:cNvPr id="12" name="TextBox 12"/>
            <p:cNvSpPr txBox="1"/>
            <p:nvPr/>
          </p:nvSpPr>
          <p:spPr>
            <a:xfrm>
              <a:off x="0" y="-47625"/>
              <a:ext cx="1785420" cy="1861929"/>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9144000" y="1028700"/>
            <a:ext cx="8115300" cy="505688"/>
            <a:chOff x="0" y="0"/>
            <a:chExt cx="2137363" cy="133185"/>
          </a:xfrm>
        </p:grpSpPr>
        <p:sp>
          <p:nvSpPr>
            <p:cNvPr id="14" name="Freeform 14"/>
            <p:cNvSpPr/>
            <p:nvPr/>
          </p:nvSpPr>
          <p:spPr>
            <a:xfrm>
              <a:off x="0" y="0"/>
              <a:ext cx="2137363" cy="133185"/>
            </a:xfrm>
            <a:custGeom>
              <a:avLst/>
              <a:gdLst/>
              <a:ahLst/>
              <a:cxnLst/>
              <a:rect l="l" t="t" r="r" b="b"/>
              <a:pathLst>
                <a:path w="2137363" h="133185">
                  <a:moveTo>
                    <a:pt x="0" y="0"/>
                  </a:moveTo>
                  <a:lnTo>
                    <a:pt x="2137363" y="0"/>
                  </a:lnTo>
                  <a:lnTo>
                    <a:pt x="2137363" y="133185"/>
                  </a:lnTo>
                  <a:lnTo>
                    <a:pt x="0" y="133185"/>
                  </a:lnTo>
                  <a:close/>
                </a:path>
              </a:pathLst>
            </a:custGeom>
            <a:solidFill>
              <a:srgbClr val="3C6295"/>
            </a:solidFill>
          </p:spPr>
        </p:sp>
        <p:sp>
          <p:nvSpPr>
            <p:cNvPr id="15" name="TextBox 15"/>
            <p:cNvSpPr txBox="1"/>
            <p:nvPr/>
          </p:nvSpPr>
          <p:spPr>
            <a:xfrm>
              <a:off x="0" y="-47625"/>
              <a:ext cx="2137363" cy="18081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028700" y="1534388"/>
            <a:ext cx="16230600" cy="137058"/>
            <a:chOff x="0" y="0"/>
            <a:chExt cx="21640800" cy="182743"/>
          </a:xfrm>
        </p:grpSpPr>
        <p:grpSp>
          <p:nvGrpSpPr>
            <p:cNvPr id="17" name="Group 17"/>
            <p:cNvGrpSpPr/>
            <p:nvPr/>
          </p:nvGrpSpPr>
          <p:grpSpPr>
            <a:xfrm>
              <a:off x="0" y="0"/>
              <a:ext cx="10820400" cy="182743"/>
              <a:chOff x="0" y="0"/>
              <a:chExt cx="2137363" cy="36097"/>
            </a:xfrm>
          </p:grpSpPr>
          <p:sp>
            <p:nvSpPr>
              <p:cNvPr id="18" name="Freeform 18"/>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3C6295"/>
              </a:solidFill>
            </p:spPr>
          </p:sp>
          <p:sp>
            <p:nvSpPr>
              <p:cNvPr id="19" name="TextBox 19"/>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0820400" y="0"/>
              <a:ext cx="10820400" cy="182743"/>
              <a:chOff x="0" y="0"/>
              <a:chExt cx="2137363" cy="36097"/>
            </a:xfrm>
          </p:grpSpPr>
          <p:sp>
            <p:nvSpPr>
              <p:cNvPr id="21" name="Freeform 21"/>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751F"/>
              </a:solidFill>
            </p:spPr>
          </p:sp>
          <p:sp>
            <p:nvSpPr>
              <p:cNvPr id="22" name="TextBox 22"/>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grpSp>
        <p:nvGrpSpPr>
          <p:cNvPr id="23" name="Group 23"/>
          <p:cNvGrpSpPr/>
          <p:nvPr/>
        </p:nvGrpSpPr>
        <p:grpSpPr>
          <a:xfrm>
            <a:off x="1282112" y="3027182"/>
            <a:ext cx="5649559" cy="5879953"/>
            <a:chOff x="0" y="0"/>
            <a:chExt cx="875265" cy="910959"/>
          </a:xfrm>
        </p:grpSpPr>
        <p:sp>
          <p:nvSpPr>
            <p:cNvPr id="24" name="Freeform 24"/>
            <p:cNvSpPr/>
            <p:nvPr/>
          </p:nvSpPr>
          <p:spPr>
            <a:xfrm>
              <a:off x="0" y="0"/>
              <a:ext cx="875265" cy="910959"/>
            </a:xfrm>
            <a:custGeom>
              <a:avLst/>
              <a:gdLst/>
              <a:ahLst/>
              <a:cxnLst/>
              <a:rect l="l" t="t" r="r" b="b"/>
              <a:pathLst>
                <a:path w="875265" h="910959">
                  <a:moveTo>
                    <a:pt x="0" y="0"/>
                  </a:moveTo>
                  <a:lnTo>
                    <a:pt x="875265" y="0"/>
                  </a:lnTo>
                  <a:lnTo>
                    <a:pt x="875265" y="910959"/>
                  </a:lnTo>
                  <a:lnTo>
                    <a:pt x="0" y="910959"/>
                  </a:lnTo>
                  <a:close/>
                </a:path>
              </a:pathLst>
            </a:custGeom>
            <a:blipFill>
              <a:blip r:embed="rId5"/>
              <a:stretch>
                <a:fillRect t="-10051" b="-10051"/>
              </a:stretch>
            </a:blipFill>
          </p:spPr>
        </p:sp>
      </p:grpSp>
      <p:sp>
        <p:nvSpPr>
          <p:cNvPr id="25" name="TextBox 25"/>
          <p:cNvSpPr txBox="1"/>
          <p:nvPr/>
        </p:nvSpPr>
        <p:spPr>
          <a:xfrm>
            <a:off x="7650851" y="1748483"/>
            <a:ext cx="4032697" cy="1791104"/>
          </a:xfrm>
          <a:prstGeom prst="rect">
            <a:avLst/>
          </a:prstGeom>
        </p:spPr>
        <p:txBody>
          <a:bodyPr lIns="0" tIns="0" rIns="0" bIns="0" rtlCol="0" anchor="t">
            <a:spAutoFit/>
          </a:bodyPr>
          <a:lstStyle/>
          <a:p>
            <a:pPr algn="l">
              <a:lnSpc>
                <a:spcPts val="14677"/>
              </a:lnSpc>
              <a:spcBef>
                <a:spcPct val="0"/>
              </a:spcBef>
            </a:pPr>
            <a:r>
              <a:rPr lang="en-US" sz="10484" b="1">
                <a:solidFill>
                  <a:srgbClr val="3C6295"/>
                </a:solidFill>
                <a:latin typeface="Archivo Narrow Bold"/>
                <a:ea typeface="Archivo Narrow Bold"/>
                <a:cs typeface="Archivo Narrow Bold"/>
                <a:sym typeface="Archivo Narrow Bold"/>
              </a:rPr>
              <a:t>Vision</a:t>
            </a:r>
          </a:p>
        </p:txBody>
      </p:sp>
      <p:sp>
        <p:nvSpPr>
          <p:cNvPr id="26" name="TextBox 26"/>
          <p:cNvSpPr txBox="1"/>
          <p:nvPr/>
        </p:nvSpPr>
        <p:spPr>
          <a:xfrm>
            <a:off x="7650851" y="3344650"/>
            <a:ext cx="9345052" cy="6014399"/>
          </a:xfrm>
          <a:prstGeom prst="rect">
            <a:avLst/>
          </a:prstGeom>
        </p:spPr>
        <p:txBody>
          <a:bodyPr lIns="0" tIns="0" rIns="0" bIns="0" rtlCol="0" anchor="t">
            <a:spAutoFit/>
          </a:bodyPr>
          <a:lstStyle/>
          <a:p>
            <a:pPr algn="just">
              <a:lnSpc>
                <a:spcPts val="2842"/>
              </a:lnSpc>
            </a:pPr>
            <a:r>
              <a:rPr lang="en-US" sz="2030">
                <a:solidFill>
                  <a:srgbClr val="000000"/>
                </a:solidFill>
                <a:latin typeface="Alegreya"/>
                <a:ea typeface="Alegreya"/>
                <a:cs typeface="Alegreya"/>
                <a:sym typeface="Alegreya"/>
              </a:rPr>
              <a:t>Lorem ipsum dolor sit amet, consectetur adipiscing elit. Nullam non gravida lorem. Donec ac tempus ante. Curabitur mattis nibh felis, vel commodo ex convallis quis. Donec fringilla rutrum elit. Vestibulum sit amet molestie metus, ac porttitor quam. Cras lorem odio, maximus eu libero vitae, ultrices congue quam. Proin facilisis nisi nec elementum viverra. Praesent commodo sapien quis diam dignissim imperdiet. Duis quis ligula id nulla ultricies convallis.</a:t>
            </a:r>
          </a:p>
          <a:p>
            <a:pPr algn="just">
              <a:lnSpc>
                <a:spcPts val="2842"/>
              </a:lnSpc>
            </a:pPr>
            <a:r>
              <a:rPr lang="en-US" sz="2030">
                <a:solidFill>
                  <a:srgbClr val="000000"/>
                </a:solidFill>
                <a:latin typeface="Alegreya"/>
                <a:ea typeface="Alegreya"/>
                <a:cs typeface="Alegreya"/>
                <a:sym typeface="Alegreya"/>
              </a:rPr>
              <a:t>Morbi odio nulla, venenatis malesuada porttitor nec, finibus ac magna. Curabitur elementum quam ut tortor tempus, non iaculis lectus aliquet. Proin scelerisque lacinia libero non convallis. Maecenas fermentum euismod nunc, et porttitor neque tincidunt eget. Curabitur sed arcu magna. Sed posuere, mi et commodo suscipit, mauris lectus volutpat turpis, quis malesuada ligula nisi id lorem. Ut ut diam ipsum. Vestibulum elementum ex orci, eget efficitur dui convallis vitae. Nam volutpat feugiat nisl in dictum. Morbi tempor et augue in imperdiet. Integer tincidunt efficitur semper.</a:t>
            </a:r>
          </a:p>
          <a:p>
            <a:pPr algn="just">
              <a:lnSpc>
                <a:spcPts val="2842"/>
              </a:lnSpc>
            </a:pPr>
            <a:r>
              <a:rPr lang="en-US" sz="2030">
                <a:solidFill>
                  <a:srgbClr val="000000"/>
                </a:solidFill>
                <a:latin typeface="Alegreya"/>
                <a:ea typeface="Alegreya"/>
                <a:cs typeface="Alegreya"/>
                <a:sym typeface="Alegreya"/>
              </a:rPr>
              <a:t>Aliquam sed ligula lacus. Morbi eget dolor eu velit pellentesque commodo. Lorem ipsum dolor sit amet, consectetur adipiscing elit. Duis vel sollicitudin purus. Maecenas dignissim mi nisi, rhoncus condimentum urna pulvinar ut.</a:t>
            </a:r>
          </a:p>
        </p:txBody>
      </p:sp>
      <p:sp>
        <p:nvSpPr>
          <p:cNvPr id="27" name="TextBox 27"/>
          <p:cNvSpPr txBox="1"/>
          <p:nvPr/>
        </p:nvSpPr>
        <p:spPr>
          <a:xfrm>
            <a:off x="15946098" y="8700443"/>
            <a:ext cx="1049805" cy="365760"/>
          </a:xfrm>
          <a:prstGeom prst="rect">
            <a:avLst/>
          </a:prstGeom>
        </p:spPr>
        <p:txBody>
          <a:bodyPr lIns="0" tIns="0" rIns="0" bIns="0" rtlCol="0" anchor="t">
            <a:spAutoFit/>
          </a:bodyPr>
          <a:lstStyle/>
          <a:p>
            <a:pPr algn="r">
              <a:lnSpc>
                <a:spcPts val="2940"/>
              </a:lnSpc>
              <a:spcBef>
                <a:spcPct val="0"/>
              </a:spcBef>
            </a:pPr>
            <a:r>
              <a:rPr lang="en-US" sz="2100" b="1">
                <a:solidFill>
                  <a:srgbClr val="3C6295"/>
                </a:solidFill>
                <a:latin typeface="Archivo Narrow Bold"/>
                <a:ea typeface="Archivo Narrow Bold"/>
                <a:cs typeface="Archivo Narrow Bold"/>
                <a:sym typeface="Archivo Narrow Bold"/>
              </a:rPr>
              <a:t>PAGE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4219753" y="-4163497"/>
            <a:ext cx="9848495" cy="18613993"/>
          </a:xfrm>
          <a:custGeom>
            <a:avLst/>
            <a:gdLst/>
            <a:ahLst/>
            <a:cxnLst/>
            <a:rect l="l" t="t" r="r" b="b"/>
            <a:pathLst>
              <a:path w="9848495" h="18613993">
                <a:moveTo>
                  <a:pt x="0" y="18613994"/>
                </a:moveTo>
                <a:lnTo>
                  <a:pt x="9848494" y="18613994"/>
                </a:lnTo>
                <a:lnTo>
                  <a:pt x="9848494" y="0"/>
                </a:lnTo>
                <a:lnTo>
                  <a:pt x="0" y="0"/>
                </a:lnTo>
                <a:lnTo>
                  <a:pt x="0" y="18613994"/>
                </a:lnTo>
                <a:close/>
              </a:path>
            </a:pathLst>
          </a:custGeom>
          <a:blipFill>
            <a:blip>
              <a:alphaModFix amt="7999"/>
              <a:extLst>
                <a:ext uri="{96DAC541-7B7A-43D3-8B79-37D633B846F1}">
                  <asvg:svgBlip xmlns:asvg="http://schemas.microsoft.com/office/drawing/2016/SVG/main" r:embed="rId2"/>
                </a:ext>
              </a:extLst>
            </a:blip>
            <a:stretch>
              <a:fillRect/>
            </a:stretch>
          </a:blipFill>
        </p:spPr>
      </p:sp>
      <p:sp>
        <p:nvSpPr>
          <p:cNvPr id="3" name="Freeform 3"/>
          <p:cNvSpPr/>
          <p:nvPr/>
        </p:nvSpPr>
        <p:spPr>
          <a:xfrm>
            <a:off x="2341902" y="516545"/>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5946098" y="9371229"/>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028700" y="516545"/>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4632896" y="9371229"/>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1028700" y="1028700"/>
            <a:ext cx="8115300" cy="505688"/>
            <a:chOff x="0" y="0"/>
            <a:chExt cx="2137363" cy="133185"/>
          </a:xfrm>
        </p:grpSpPr>
        <p:sp>
          <p:nvSpPr>
            <p:cNvPr id="8" name="Freeform 8"/>
            <p:cNvSpPr/>
            <p:nvPr/>
          </p:nvSpPr>
          <p:spPr>
            <a:xfrm>
              <a:off x="0" y="0"/>
              <a:ext cx="2137363" cy="133185"/>
            </a:xfrm>
            <a:custGeom>
              <a:avLst/>
              <a:gdLst/>
              <a:ahLst/>
              <a:cxnLst/>
              <a:rect l="l" t="t" r="r" b="b"/>
              <a:pathLst>
                <a:path w="2137363" h="133185">
                  <a:moveTo>
                    <a:pt x="0" y="0"/>
                  </a:moveTo>
                  <a:lnTo>
                    <a:pt x="2137363" y="0"/>
                  </a:lnTo>
                  <a:lnTo>
                    <a:pt x="2137363" y="133185"/>
                  </a:lnTo>
                  <a:lnTo>
                    <a:pt x="0" y="133185"/>
                  </a:lnTo>
                  <a:close/>
                </a:path>
              </a:pathLst>
            </a:custGeom>
            <a:solidFill>
              <a:srgbClr val="FF751F"/>
            </a:solidFill>
          </p:spPr>
        </p:sp>
        <p:sp>
          <p:nvSpPr>
            <p:cNvPr id="9" name="TextBox 9"/>
            <p:cNvSpPr txBox="1"/>
            <p:nvPr/>
          </p:nvSpPr>
          <p:spPr>
            <a:xfrm>
              <a:off x="0" y="-47625"/>
              <a:ext cx="2137363" cy="180810"/>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88711" y="2394667"/>
            <a:ext cx="6779015" cy="6888684"/>
            <a:chOff x="0" y="0"/>
            <a:chExt cx="1785420" cy="1814304"/>
          </a:xfrm>
        </p:grpSpPr>
        <p:sp>
          <p:nvSpPr>
            <p:cNvPr id="11" name="Freeform 11"/>
            <p:cNvSpPr/>
            <p:nvPr/>
          </p:nvSpPr>
          <p:spPr>
            <a:xfrm>
              <a:off x="0" y="0"/>
              <a:ext cx="1785420" cy="1814304"/>
            </a:xfrm>
            <a:custGeom>
              <a:avLst/>
              <a:gdLst/>
              <a:ahLst/>
              <a:cxnLst/>
              <a:rect l="l" t="t" r="r" b="b"/>
              <a:pathLst>
                <a:path w="1785420" h="1814304">
                  <a:moveTo>
                    <a:pt x="0" y="0"/>
                  </a:moveTo>
                  <a:lnTo>
                    <a:pt x="1785420" y="0"/>
                  </a:lnTo>
                  <a:lnTo>
                    <a:pt x="1785420" y="1814304"/>
                  </a:lnTo>
                  <a:lnTo>
                    <a:pt x="0" y="1814304"/>
                  </a:lnTo>
                  <a:close/>
                </a:path>
              </a:pathLst>
            </a:custGeom>
            <a:solidFill>
              <a:srgbClr val="3C6295"/>
            </a:solidFill>
          </p:spPr>
        </p:sp>
        <p:sp>
          <p:nvSpPr>
            <p:cNvPr id="12" name="TextBox 12"/>
            <p:cNvSpPr txBox="1"/>
            <p:nvPr/>
          </p:nvSpPr>
          <p:spPr>
            <a:xfrm>
              <a:off x="0" y="-47625"/>
              <a:ext cx="1785420" cy="1861929"/>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9144000" y="1028700"/>
            <a:ext cx="8115300" cy="505688"/>
            <a:chOff x="0" y="0"/>
            <a:chExt cx="2137363" cy="133185"/>
          </a:xfrm>
        </p:grpSpPr>
        <p:sp>
          <p:nvSpPr>
            <p:cNvPr id="14" name="Freeform 14"/>
            <p:cNvSpPr/>
            <p:nvPr/>
          </p:nvSpPr>
          <p:spPr>
            <a:xfrm>
              <a:off x="0" y="0"/>
              <a:ext cx="2137363" cy="133185"/>
            </a:xfrm>
            <a:custGeom>
              <a:avLst/>
              <a:gdLst/>
              <a:ahLst/>
              <a:cxnLst/>
              <a:rect l="l" t="t" r="r" b="b"/>
              <a:pathLst>
                <a:path w="2137363" h="133185">
                  <a:moveTo>
                    <a:pt x="0" y="0"/>
                  </a:moveTo>
                  <a:lnTo>
                    <a:pt x="2137363" y="0"/>
                  </a:lnTo>
                  <a:lnTo>
                    <a:pt x="2137363" y="133185"/>
                  </a:lnTo>
                  <a:lnTo>
                    <a:pt x="0" y="133185"/>
                  </a:lnTo>
                  <a:close/>
                </a:path>
              </a:pathLst>
            </a:custGeom>
            <a:solidFill>
              <a:srgbClr val="3C6295"/>
            </a:solidFill>
          </p:spPr>
        </p:sp>
        <p:sp>
          <p:nvSpPr>
            <p:cNvPr id="15" name="TextBox 15"/>
            <p:cNvSpPr txBox="1"/>
            <p:nvPr/>
          </p:nvSpPr>
          <p:spPr>
            <a:xfrm>
              <a:off x="0" y="-47625"/>
              <a:ext cx="2137363" cy="18081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420348" y="2992623"/>
            <a:ext cx="5649559" cy="2846387"/>
            <a:chOff x="0" y="0"/>
            <a:chExt cx="875265" cy="440980"/>
          </a:xfrm>
        </p:grpSpPr>
        <p:sp>
          <p:nvSpPr>
            <p:cNvPr id="17" name="Freeform 17"/>
            <p:cNvSpPr/>
            <p:nvPr/>
          </p:nvSpPr>
          <p:spPr>
            <a:xfrm>
              <a:off x="0" y="0"/>
              <a:ext cx="875265" cy="440980"/>
            </a:xfrm>
            <a:custGeom>
              <a:avLst/>
              <a:gdLst/>
              <a:ahLst/>
              <a:cxnLst/>
              <a:rect l="l" t="t" r="r" b="b"/>
              <a:pathLst>
                <a:path w="875265" h="440980">
                  <a:moveTo>
                    <a:pt x="0" y="0"/>
                  </a:moveTo>
                  <a:lnTo>
                    <a:pt x="875265" y="0"/>
                  </a:lnTo>
                  <a:lnTo>
                    <a:pt x="875265" y="440980"/>
                  </a:lnTo>
                  <a:lnTo>
                    <a:pt x="0" y="440980"/>
                  </a:lnTo>
                  <a:close/>
                </a:path>
              </a:pathLst>
            </a:custGeom>
            <a:blipFill>
              <a:blip r:embed="rId5"/>
              <a:stretch>
                <a:fillRect t="-82481" b="-82481"/>
              </a:stretch>
            </a:blipFill>
          </p:spPr>
        </p:sp>
      </p:grpSp>
      <p:grpSp>
        <p:nvGrpSpPr>
          <p:cNvPr id="18" name="Group 18"/>
          <p:cNvGrpSpPr/>
          <p:nvPr/>
        </p:nvGrpSpPr>
        <p:grpSpPr>
          <a:xfrm>
            <a:off x="1420348" y="5901681"/>
            <a:ext cx="5649559" cy="2846387"/>
            <a:chOff x="0" y="0"/>
            <a:chExt cx="875265" cy="440980"/>
          </a:xfrm>
        </p:grpSpPr>
        <p:sp>
          <p:nvSpPr>
            <p:cNvPr id="19" name="Freeform 19"/>
            <p:cNvSpPr/>
            <p:nvPr/>
          </p:nvSpPr>
          <p:spPr>
            <a:xfrm>
              <a:off x="0" y="0"/>
              <a:ext cx="875265" cy="440980"/>
            </a:xfrm>
            <a:custGeom>
              <a:avLst/>
              <a:gdLst/>
              <a:ahLst/>
              <a:cxnLst/>
              <a:rect l="l" t="t" r="r" b="b"/>
              <a:pathLst>
                <a:path w="875265" h="440980">
                  <a:moveTo>
                    <a:pt x="0" y="0"/>
                  </a:moveTo>
                  <a:lnTo>
                    <a:pt x="875265" y="0"/>
                  </a:lnTo>
                  <a:lnTo>
                    <a:pt x="875265" y="440980"/>
                  </a:lnTo>
                  <a:lnTo>
                    <a:pt x="0" y="440980"/>
                  </a:lnTo>
                  <a:close/>
                </a:path>
              </a:pathLst>
            </a:custGeom>
            <a:blipFill>
              <a:blip r:embed="rId6"/>
              <a:stretch>
                <a:fillRect t="-4787" b="-27451"/>
              </a:stretch>
            </a:blipFill>
          </p:spPr>
        </p:sp>
      </p:grpSp>
      <p:sp>
        <p:nvSpPr>
          <p:cNvPr id="20" name="TextBox 20"/>
          <p:cNvSpPr txBox="1"/>
          <p:nvPr/>
        </p:nvSpPr>
        <p:spPr>
          <a:xfrm>
            <a:off x="7111569" y="1334363"/>
            <a:ext cx="4684564" cy="1791104"/>
          </a:xfrm>
          <a:prstGeom prst="rect">
            <a:avLst/>
          </a:prstGeom>
        </p:spPr>
        <p:txBody>
          <a:bodyPr lIns="0" tIns="0" rIns="0" bIns="0" rtlCol="0" anchor="t">
            <a:spAutoFit/>
          </a:bodyPr>
          <a:lstStyle/>
          <a:p>
            <a:pPr algn="l">
              <a:lnSpc>
                <a:spcPts val="14677"/>
              </a:lnSpc>
              <a:spcBef>
                <a:spcPct val="0"/>
              </a:spcBef>
            </a:pPr>
            <a:r>
              <a:rPr lang="en-US" sz="10484" b="1">
                <a:solidFill>
                  <a:srgbClr val="3C6295"/>
                </a:solidFill>
                <a:latin typeface="Archivo Narrow Bold"/>
                <a:ea typeface="Archivo Narrow Bold"/>
                <a:cs typeface="Archivo Narrow Bold"/>
                <a:sym typeface="Archivo Narrow Bold"/>
              </a:rPr>
              <a:t>Mission</a:t>
            </a:r>
          </a:p>
        </p:txBody>
      </p:sp>
      <p:sp>
        <p:nvSpPr>
          <p:cNvPr id="21" name="TextBox 21"/>
          <p:cNvSpPr txBox="1"/>
          <p:nvPr/>
        </p:nvSpPr>
        <p:spPr>
          <a:xfrm>
            <a:off x="7224623" y="2797799"/>
            <a:ext cx="9679123" cy="6368980"/>
          </a:xfrm>
          <a:prstGeom prst="rect">
            <a:avLst/>
          </a:prstGeom>
        </p:spPr>
        <p:txBody>
          <a:bodyPr lIns="0" tIns="0" rIns="0" bIns="0" rtlCol="0" anchor="t">
            <a:spAutoFit/>
          </a:bodyPr>
          <a:lstStyle/>
          <a:p>
            <a:pPr algn="just">
              <a:lnSpc>
                <a:spcPts val="2842"/>
              </a:lnSpc>
            </a:pPr>
            <a:r>
              <a:rPr lang="en-US" sz="2030">
                <a:solidFill>
                  <a:srgbClr val="000000"/>
                </a:solidFill>
                <a:latin typeface="Alegreya"/>
                <a:ea typeface="Alegreya"/>
                <a:cs typeface="Alegreya"/>
                <a:sym typeface="Alegreya"/>
              </a:rPr>
              <a:t>Lorem ipsum dolor sit amet, consectetur adipiscing elit. Nullam non gravida lorem. Donec ac tempus ante. Curabitur mattis nibh felis, vel commodo ex convallis quis. Donec fringilla rutrum elit. Vestibulum sit amet molestie metus, ac porttitor quam. Cras lorem odio, maximus eu libero vitae, ultrices congue quam. Proin facilisis nisi nec elementum viverra. Praesent commodo sapien quis diam dignissim imperdiet. Duis quis ligula id nulla ultricies convallis.</a:t>
            </a:r>
          </a:p>
          <a:p>
            <a:pPr algn="just">
              <a:lnSpc>
                <a:spcPts val="2842"/>
              </a:lnSpc>
            </a:pPr>
            <a:r>
              <a:rPr lang="en-US" sz="2030">
                <a:solidFill>
                  <a:srgbClr val="000000"/>
                </a:solidFill>
                <a:latin typeface="Alegreya"/>
                <a:ea typeface="Alegreya"/>
                <a:cs typeface="Alegreya"/>
                <a:sym typeface="Alegreya"/>
              </a:rPr>
              <a:t>Morbi odio nulla, venenatis malesuada porttitor nec, finibus ac magna. Curabitur elementum quam ut tortor tempus, non iaculis lectus aliquet. Proin scelerisque lacinia libero non convallis. Maecenas fermentum euismod nunc, et porttitor neque tincidunt eget. Curabitur sed arcu magna. Sed posuere, mi et commodo suscipit, mauris lectus volutpat turpis, quis malesuada ligula nisi id lorem. Ut ut diam ipsum. Vestibulum elementum ex orci, eget efficitur dui convallis vitae. Nam volutpat feugiat nisl in dictum. Morbi tempor et augue in imperdiet. Integer tincidunt efficitur semper.</a:t>
            </a:r>
          </a:p>
          <a:p>
            <a:pPr algn="just">
              <a:lnSpc>
                <a:spcPts val="2842"/>
              </a:lnSpc>
            </a:pPr>
            <a:r>
              <a:rPr lang="en-US" sz="2030">
                <a:solidFill>
                  <a:srgbClr val="000000"/>
                </a:solidFill>
                <a:latin typeface="Alegreya"/>
                <a:ea typeface="Alegreya"/>
                <a:cs typeface="Alegreya"/>
                <a:sym typeface="Alegreya"/>
              </a:rPr>
              <a:t>Aliquam sed ligula lacus. Morbi eget dolor eu velit pellentesque commodo. Lorem ipsum dolor sit amet, consectetur adipiscing elit. Duis vel sollicitudin purus. Maecenas dignissim mi nisi, rhoncus condimentum urna pulvinar ut. Donec lacus erat, ultrices ut lectus quis, ultrices pulvinar mi. Proin dolor odio, luctus quis mi vitae, condimentum facilisis velit. Integer nec dolor sit amet enim pulvinar rhoncus.</a:t>
            </a:r>
          </a:p>
        </p:txBody>
      </p:sp>
      <p:sp>
        <p:nvSpPr>
          <p:cNvPr id="22" name="TextBox 22"/>
          <p:cNvSpPr txBox="1"/>
          <p:nvPr/>
        </p:nvSpPr>
        <p:spPr>
          <a:xfrm>
            <a:off x="1130212" y="1846490"/>
            <a:ext cx="987811" cy="365760"/>
          </a:xfrm>
          <a:prstGeom prst="rect">
            <a:avLst/>
          </a:prstGeom>
        </p:spPr>
        <p:txBody>
          <a:bodyPr lIns="0" tIns="0" rIns="0" bIns="0" rtlCol="0" anchor="t">
            <a:spAutoFit/>
          </a:bodyPr>
          <a:lstStyle/>
          <a:p>
            <a:pPr algn="l">
              <a:lnSpc>
                <a:spcPts val="2940"/>
              </a:lnSpc>
              <a:spcBef>
                <a:spcPct val="0"/>
              </a:spcBef>
            </a:pPr>
            <a:r>
              <a:rPr lang="en-US" sz="2100" b="1">
                <a:solidFill>
                  <a:srgbClr val="3C6295"/>
                </a:solidFill>
                <a:latin typeface="Archivo Narrow Bold"/>
                <a:ea typeface="Archivo Narrow Bold"/>
                <a:cs typeface="Archivo Narrow Bold"/>
                <a:sym typeface="Archivo Narrow Bold"/>
              </a:rPr>
              <a:t>PAGE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4219753" y="-4163497"/>
            <a:ext cx="9848495" cy="18613993"/>
          </a:xfrm>
          <a:custGeom>
            <a:avLst/>
            <a:gdLst/>
            <a:ahLst/>
            <a:cxnLst/>
            <a:rect l="l" t="t" r="r" b="b"/>
            <a:pathLst>
              <a:path w="9848495" h="18613993">
                <a:moveTo>
                  <a:pt x="0" y="18613994"/>
                </a:moveTo>
                <a:lnTo>
                  <a:pt x="9848494" y="18613994"/>
                </a:lnTo>
                <a:lnTo>
                  <a:pt x="9848494" y="0"/>
                </a:lnTo>
                <a:lnTo>
                  <a:pt x="0" y="0"/>
                </a:lnTo>
                <a:lnTo>
                  <a:pt x="0" y="18613994"/>
                </a:lnTo>
                <a:close/>
              </a:path>
            </a:pathLst>
          </a:custGeom>
          <a:blipFill>
            <a:blip>
              <a:alphaModFix amt="7999"/>
              <a:extLst>
                <a:ext uri="{96DAC541-7B7A-43D3-8B79-37D633B846F1}">
                  <asvg:svgBlip xmlns:asvg="http://schemas.microsoft.com/office/drawing/2016/SVG/main" r:embed="rId2"/>
                </a:ext>
              </a:extLst>
            </a:blip>
            <a:stretch>
              <a:fillRect/>
            </a:stretch>
          </a:blipFill>
        </p:spPr>
      </p:sp>
      <p:sp>
        <p:nvSpPr>
          <p:cNvPr id="3" name="Freeform 3"/>
          <p:cNvSpPr/>
          <p:nvPr/>
        </p:nvSpPr>
        <p:spPr>
          <a:xfrm>
            <a:off x="2341902" y="516545"/>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5946098" y="9371229"/>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028700" y="516545"/>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4632896" y="9371229"/>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1028700" y="1028700"/>
            <a:ext cx="8115300" cy="505688"/>
            <a:chOff x="0" y="0"/>
            <a:chExt cx="2137363" cy="133185"/>
          </a:xfrm>
        </p:grpSpPr>
        <p:sp>
          <p:nvSpPr>
            <p:cNvPr id="8" name="Freeform 8"/>
            <p:cNvSpPr/>
            <p:nvPr/>
          </p:nvSpPr>
          <p:spPr>
            <a:xfrm>
              <a:off x="0" y="0"/>
              <a:ext cx="2137363" cy="133185"/>
            </a:xfrm>
            <a:custGeom>
              <a:avLst/>
              <a:gdLst/>
              <a:ahLst/>
              <a:cxnLst/>
              <a:rect l="l" t="t" r="r" b="b"/>
              <a:pathLst>
                <a:path w="2137363" h="133185">
                  <a:moveTo>
                    <a:pt x="0" y="0"/>
                  </a:moveTo>
                  <a:lnTo>
                    <a:pt x="2137363" y="0"/>
                  </a:lnTo>
                  <a:lnTo>
                    <a:pt x="2137363" y="133185"/>
                  </a:lnTo>
                  <a:lnTo>
                    <a:pt x="0" y="133185"/>
                  </a:lnTo>
                  <a:close/>
                </a:path>
              </a:pathLst>
            </a:custGeom>
            <a:solidFill>
              <a:srgbClr val="FF751F"/>
            </a:solidFill>
          </p:spPr>
        </p:sp>
        <p:sp>
          <p:nvSpPr>
            <p:cNvPr id="9" name="TextBox 9"/>
            <p:cNvSpPr txBox="1"/>
            <p:nvPr/>
          </p:nvSpPr>
          <p:spPr>
            <a:xfrm>
              <a:off x="0" y="-47625"/>
              <a:ext cx="2137363" cy="180810"/>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0042536" y="3565527"/>
            <a:ext cx="7216764" cy="5692773"/>
            <a:chOff x="0" y="0"/>
            <a:chExt cx="1900711" cy="1499331"/>
          </a:xfrm>
        </p:grpSpPr>
        <p:sp>
          <p:nvSpPr>
            <p:cNvPr id="11" name="Freeform 11"/>
            <p:cNvSpPr/>
            <p:nvPr/>
          </p:nvSpPr>
          <p:spPr>
            <a:xfrm>
              <a:off x="0" y="0"/>
              <a:ext cx="1900712" cy="1499331"/>
            </a:xfrm>
            <a:custGeom>
              <a:avLst/>
              <a:gdLst/>
              <a:ahLst/>
              <a:cxnLst/>
              <a:rect l="l" t="t" r="r" b="b"/>
              <a:pathLst>
                <a:path w="1900712" h="1499331">
                  <a:moveTo>
                    <a:pt x="0" y="0"/>
                  </a:moveTo>
                  <a:lnTo>
                    <a:pt x="1900712" y="0"/>
                  </a:lnTo>
                  <a:lnTo>
                    <a:pt x="1900712" y="1499331"/>
                  </a:lnTo>
                  <a:lnTo>
                    <a:pt x="0" y="1499331"/>
                  </a:lnTo>
                  <a:close/>
                </a:path>
              </a:pathLst>
            </a:custGeom>
            <a:solidFill>
              <a:srgbClr val="FF751F"/>
            </a:solidFill>
          </p:spPr>
        </p:sp>
        <p:sp>
          <p:nvSpPr>
            <p:cNvPr id="12" name="TextBox 12"/>
            <p:cNvSpPr txBox="1"/>
            <p:nvPr/>
          </p:nvSpPr>
          <p:spPr>
            <a:xfrm>
              <a:off x="0" y="-47625"/>
              <a:ext cx="1900711" cy="1546956"/>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0" y="5720731"/>
            <a:ext cx="10042536" cy="3537569"/>
            <a:chOff x="0" y="0"/>
            <a:chExt cx="2644948" cy="931705"/>
          </a:xfrm>
        </p:grpSpPr>
        <p:sp>
          <p:nvSpPr>
            <p:cNvPr id="14" name="Freeform 14"/>
            <p:cNvSpPr/>
            <p:nvPr/>
          </p:nvSpPr>
          <p:spPr>
            <a:xfrm>
              <a:off x="0" y="0"/>
              <a:ext cx="2644948" cy="931705"/>
            </a:xfrm>
            <a:custGeom>
              <a:avLst/>
              <a:gdLst/>
              <a:ahLst/>
              <a:cxnLst/>
              <a:rect l="l" t="t" r="r" b="b"/>
              <a:pathLst>
                <a:path w="2644948" h="931705">
                  <a:moveTo>
                    <a:pt x="0" y="0"/>
                  </a:moveTo>
                  <a:lnTo>
                    <a:pt x="2644948" y="0"/>
                  </a:lnTo>
                  <a:lnTo>
                    <a:pt x="2644948" y="931705"/>
                  </a:lnTo>
                  <a:lnTo>
                    <a:pt x="0" y="931705"/>
                  </a:lnTo>
                  <a:close/>
                </a:path>
              </a:pathLst>
            </a:custGeom>
            <a:solidFill>
              <a:srgbClr val="3C6295"/>
            </a:solidFill>
          </p:spPr>
        </p:sp>
        <p:sp>
          <p:nvSpPr>
            <p:cNvPr id="15" name="TextBox 15"/>
            <p:cNvSpPr txBox="1"/>
            <p:nvPr/>
          </p:nvSpPr>
          <p:spPr>
            <a:xfrm>
              <a:off x="0" y="-47625"/>
              <a:ext cx="2644948" cy="97933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9144000" y="1028700"/>
            <a:ext cx="8115300" cy="505688"/>
            <a:chOff x="0" y="0"/>
            <a:chExt cx="2137363" cy="133185"/>
          </a:xfrm>
        </p:grpSpPr>
        <p:sp>
          <p:nvSpPr>
            <p:cNvPr id="17" name="Freeform 17"/>
            <p:cNvSpPr/>
            <p:nvPr/>
          </p:nvSpPr>
          <p:spPr>
            <a:xfrm>
              <a:off x="0" y="0"/>
              <a:ext cx="2137363" cy="133185"/>
            </a:xfrm>
            <a:custGeom>
              <a:avLst/>
              <a:gdLst/>
              <a:ahLst/>
              <a:cxnLst/>
              <a:rect l="l" t="t" r="r" b="b"/>
              <a:pathLst>
                <a:path w="2137363" h="133185">
                  <a:moveTo>
                    <a:pt x="0" y="0"/>
                  </a:moveTo>
                  <a:lnTo>
                    <a:pt x="2137363" y="0"/>
                  </a:lnTo>
                  <a:lnTo>
                    <a:pt x="2137363" y="133185"/>
                  </a:lnTo>
                  <a:lnTo>
                    <a:pt x="0" y="133185"/>
                  </a:lnTo>
                  <a:close/>
                </a:path>
              </a:pathLst>
            </a:custGeom>
            <a:solidFill>
              <a:srgbClr val="3C6295"/>
            </a:solidFill>
          </p:spPr>
        </p:sp>
        <p:sp>
          <p:nvSpPr>
            <p:cNvPr id="18" name="TextBox 18"/>
            <p:cNvSpPr txBox="1"/>
            <p:nvPr/>
          </p:nvSpPr>
          <p:spPr>
            <a:xfrm>
              <a:off x="0" y="-47625"/>
              <a:ext cx="2137363" cy="18081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351230" y="5901681"/>
            <a:ext cx="3837892" cy="2846387"/>
            <a:chOff x="0" y="0"/>
            <a:chExt cx="594590" cy="440980"/>
          </a:xfrm>
        </p:grpSpPr>
        <p:sp>
          <p:nvSpPr>
            <p:cNvPr id="20" name="Freeform 20"/>
            <p:cNvSpPr/>
            <p:nvPr/>
          </p:nvSpPr>
          <p:spPr>
            <a:xfrm>
              <a:off x="0" y="0"/>
              <a:ext cx="594590" cy="440980"/>
            </a:xfrm>
            <a:custGeom>
              <a:avLst/>
              <a:gdLst/>
              <a:ahLst/>
              <a:cxnLst/>
              <a:rect l="l" t="t" r="r" b="b"/>
              <a:pathLst>
                <a:path w="594590" h="440980">
                  <a:moveTo>
                    <a:pt x="0" y="0"/>
                  </a:moveTo>
                  <a:lnTo>
                    <a:pt x="594590" y="0"/>
                  </a:lnTo>
                  <a:lnTo>
                    <a:pt x="594590" y="440980"/>
                  </a:lnTo>
                  <a:lnTo>
                    <a:pt x="0" y="440980"/>
                  </a:lnTo>
                  <a:close/>
                </a:path>
              </a:pathLst>
            </a:custGeom>
            <a:blipFill>
              <a:blip r:embed="rId5"/>
              <a:stretch>
                <a:fillRect l="-35589" t="-28222" r="-69452" b="-56255"/>
              </a:stretch>
            </a:blipFill>
          </p:spPr>
        </p:sp>
      </p:grpSp>
      <p:grpSp>
        <p:nvGrpSpPr>
          <p:cNvPr id="21" name="Group 21"/>
          <p:cNvGrpSpPr/>
          <p:nvPr/>
        </p:nvGrpSpPr>
        <p:grpSpPr>
          <a:xfrm>
            <a:off x="5306108" y="5901681"/>
            <a:ext cx="3837892" cy="2846387"/>
            <a:chOff x="0" y="0"/>
            <a:chExt cx="594590" cy="440980"/>
          </a:xfrm>
        </p:grpSpPr>
        <p:sp>
          <p:nvSpPr>
            <p:cNvPr id="22" name="Freeform 22"/>
            <p:cNvSpPr/>
            <p:nvPr/>
          </p:nvSpPr>
          <p:spPr>
            <a:xfrm>
              <a:off x="0" y="0"/>
              <a:ext cx="594590" cy="440980"/>
            </a:xfrm>
            <a:custGeom>
              <a:avLst/>
              <a:gdLst/>
              <a:ahLst/>
              <a:cxnLst/>
              <a:rect l="l" t="t" r="r" b="b"/>
              <a:pathLst>
                <a:path w="594590" h="440980">
                  <a:moveTo>
                    <a:pt x="0" y="0"/>
                  </a:moveTo>
                  <a:lnTo>
                    <a:pt x="594590" y="0"/>
                  </a:lnTo>
                  <a:lnTo>
                    <a:pt x="594590" y="440980"/>
                  </a:lnTo>
                  <a:lnTo>
                    <a:pt x="0" y="440980"/>
                  </a:lnTo>
                  <a:close/>
                </a:path>
              </a:pathLst>
            </a:custGeom>
            <a:blipFill>
              <a:blip r:embed="rId6"/>
              <a:stretch>
                <a:fillRect l="-56300" t="-34471" r="-30946" b="-33995"/>
              </a:stretch>
            </a:blipFill>
          </p:spPr>
        </p:sp>
      </p:grpSp>
      <p:grpSp>
        <p:nvGrpSpPr>
          <p:cNvPr id="23" name="Group 23"/>
          <p:cNvGrpSpPr/>
          <p:nvPr/>
        </p:nvGrpSpPr>
        <p:grpSpPr>
          <a:xfrm>
            <a:off x="9639937" y="3800299"/>
            <a:ext cx="7619363" cy="4947769"/>
            <a:chOff x="0" y="0"/>
            <a:chExt cx="1180439" cy="766539"/>
          </a:xfrm>
        </p:grpSpPr>
        <p:sp>
          <p:nvSpPr>
            <p:cNvPr id="24" name="Freeform 24"/>
            <p:cNvSpPr/>
            <p:nvPr/>
          </p:nvSpPr>
          <p:spPr>
            <a:xfrm>
              <a:off x="0" y="0"/>
              <a:ext cx="1180439" cy="766539"/>
            </a:xfrm>
            <a:custGeom>
              <a:avLst/>
              <a:gdLst/>
              <a:ahLst/>
              <a:cxnLst/>
              <a:rect l="l" t="t" r="r" b="b"/>
              <a:pathLst>
                <a:path w="1180439" h="766539">
                  <a:moveTo>
                    <a:pt x="0" y="0"/>
                  </a:moveTo>
                  <a:lnTo>
                    <a:pt x="1180439" y="0"/>
                  </a:lnTo>
                  <a:lnTo>
                    <a:pt x="1180439" y="766539"/>
                  </a:lnTo>
                  <a:lnTo>
                    <a:pt x="0" y="766539"/>
                  </a:lnTo>
                  <a:close/>
                </a:path>
              </a:pathLst>
            </a:custGeom>
            <a:blipFill>
              <a:blip r:embed="rId7"/>
              <a:stretch>
                <a:fillRect l="-99898" t="-53140" r="-14896" b="-22584"/>
              </a:stretch>
            </a:blipFill>
          </p:spPr>
        </p:sp>
      </p:grpSp>
      <p:sp>
        <p:nvSpPr>
          <p:cNvPr id="25" name="TextBox 25"/>
          <p:cNvSpPr txBox="1"/>
          <p:nvPr/>
        </p:nvSpPr>
        <p:spPr>
          <a:xfrm>
            <a:off x="9961617" y="1694090"/>
            <a:ext cx="4480944" cy="1791104"/>
          </a:xfrm>
          <a:prstGeom prst="rect">
            <a:avLst/>
          </a:prstGeom>
        </p:spPr>
        <p:txBody>
          <a:bodyPr lIns="0" tIns="0" rIns="0" bIns="0" rtlCol="0" anchor="t">
            <a:spAutoFit/>
          </a:bodyPr>
          <a:lstStyle/>
          <a:p>
            <a:pPr algn="l">
              <a:lnSpc>
                <a:spcPts val="14677"/>
              </a:lnSpc>
              <a:spcBef>
                <a:spcPct val="0"/>
              </a:spcBef>
            </a:pPr>
            <a:r>
              <a:rPr lang="en-US" sz="10484" b="1">
                <a:solidFill>
                  <a:srgbClr val="3C6295"/>
                </a:solidFill>
                <a:latin typeface="Archivo Narrow Bold"/>
                <a:ea typeface="Archivo Narrow Bold"/>
                <a:cs typeface="Archivo Narrow Bold"/>
                <a:sym typeface="Archivo Narrow Bold"/>
              </a:rPr>
              <a:t>Product</a:t>
            </a:r>
          </a:p>
        </p:txBody>
      </p:sp>
      <p:sp>
        <p:nvSpPr>
          <p:cNvPr id="26" name="TextBox 26"/>
          <p:cNvSpPr txBox="1"/>
          <p:nvPr/>
        </p:nvSpPr>
        <p:spPr>
          <a:xfrm>
            <a:off x="1351230" y="2649848"/>
            <a:ext cx="7799698" cy="2468591"/>
          </a:xfrm>
          <a:prstGeom prst="rect">
            <a:avLst/>
          </a:prstGeom>
        </p:spPr>
        <p:txBody>
          <a:bodyPr lIns="0" tIns="0" rIns="0" bIns="0" rtlCol="0" anchor="t">
            <a:spAutoFit/>
          </a:bodyPr>
          <a:lstStyle/>
          <a:p>
            <a:pPr algn="just">
              <a:lnSpc>
                <a:spcPts val="2842"/>
              </a:lnSpc>
            </a:pPr>
            <a:r>
              <a:rPr lang="en-US" sz="2030">
                <a:solidFill>
                  <a:srgbClr val="000000"/>
                </a:solidFill>
                <a:latin typeface="Alegreya"/>
                <a:ea typeface="Alegreya"/>
                <a:cs typeface="Alegreya"/>
                <a:sym typeface="Alegreya"/>
              </a:rPr>
              <a:t>Lorem ipsum dolor sit amet, consectetur adipiscing elit. Nullam non gravida lorem. Donec ac tempus ante. Curabitur mattis nibh felis, vel commodo ex convallis quis. Donec fringilla rutrum elit. Vestibulum sit amet molestie metus, ac porttitor quam. Cras lorem odio, maximus eu libero vitae, ultrices congue quam. Proin facilisis nisi nec elementum viverra. Praesent commodo sapien quis diam dignissim imperdiet. Duis quis ligula id nulla ultricies convallis.</a:t>
            </a:r>
          </a:p>
        </p:txBody>
      </p:sp>
      <p:sp>
        <p:nvSpPr>
          <p:cNvPr id="27" name="TextBox 27"/>
          <p:cNvSpPr txBox="1"/>
          <p:nvPr/>
        </p:nvSpPr>
        <p:spPr>
          <a:xfrm>
            <a:off x="1351230" y="1655990"/>
            <a:ext cx="1127244" cy="365760"/>
          </a:xfrm>
          <a:prstGeom prst="rect">
            <a:avLst/>
          </a:prstGeom>
        </p:spPr>
        <p:txBody>
          <a:bodyPr lIns="0" tIns="0" rIns="0" bIns="0" rtlCol="0" anchor="t">
            <a:spAutoFit/>
          </a:bodyPr>
          <a:lstStyle/>
          <a:p>
            <a:pPr algn="l">
              <a:lnSpc>
                <a:spcPts val="2940"/>
              </a:lnSpc>
              <a:spcBef>
                <a:spcPct val="0"/>
              </a:spcBef>
            </a:pPr>
            <a:r>
              <a:rPr lang="en-US" sz="2100" b="1">
                <a:solidFill>
                  <a:srgbClr val="3C6295"/>
                </a:solidFill>
                <a:latin typeface="Archivo Narrow Bold"/>
                <a:ea typeface="Archivo Narrow Bold"/>
                <a:cs typeface="Archivo Narrow Bold"/>
                <a:sym typeface="Archivo Narrow Bold"/>
              </a:rPr>
              <a:t>PAGE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a:off x="4219753" y="-4163497"/>
            <a:ext cx="9848495" cy="18613993"/>
          </a:xfrm>
          <a:custGeom>
            <a:avLst/>
            <a:gdLst/>
            <a:ahLst/>
            <a:cxnLst/>
            <a:rect l="l" t="t" r="r" b="b"/>
            <a:pathLst>
              <a:path w="9848495" h="18613993">
                <a:moveTo>
                  <a:pt x="0" y="0"/>
                </a:moveTo>
                <a:lnTo>
                  <a:pt x="9848494" y="0"/>
                </a:lnTo>
                <a:lnTo>
                  <a:pt x="9848494" y="18613994"/>
                </a:lnTo>
                <a:lnTo>
                  <a:pt x="0" y="18613994"/>
                </a:lnTo>
                <a:lnTo>
                  <a:pt x="0" y="0"/>
                </a:lnTo>
                <a:close/>
              </a:path>
            </a:pathLst>
          </a:custGeom>
          <a:blipFill>
            <a:blip>
              <a:alphaModFix amt="7999"/>
              <a:extLst>
                <a:ext uri="{96DAC541-7B7A-43D3-8B79-37D633B846F1}">
                  <asvg:svgBlip xmlns:asvg="http://schemas.microsoft.com/office/drawing/2016/SVG/main" r:embed="rId2"/>
                </a:ext>
              </a:extLst>
            </a:blip>
            <a:stretch>
              <a:fillRect/>
            </a:stretch>
          </a:blipFill>
        </p:spPr>
      </p:sp>
      <p:sp>
        <p:nvSpPr>
          <p:cNvPr id="3" name="Freeform 3"/>
          <p:cNvSpPr/>
          <p:nvPr/>
        </p:nvSpPr>
        <p:spPr>
          <a:xfrm>
            <a:off x="2341902" y="516545"/>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5946098" y="9371229"/>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028700" y="516545"/>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4632896" y="9371229"/>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1028700" y="8738033"/>
            <a:ext cx="8115300" cy="505688"/>
            <a:chOff x="0" y="0"/>
            <a:chExt cx="2137363" cy="133185"/>
          </a:xfrm>
        </p:grpSpPr>
        <p:sp>
          <p:nvSpPr>
            <p:cNvPr id="8" name="Freeform 8"/>
            <p:cNvSpPr/>
            <p:nvPr/>
          </p:nvSpPr>
          <p:spPr>
            <a:xfrm>
              <a:off x="0" y="0"/>
              <a:ext cx="2137363" cy="133185"/>
            </a:xfrm>
            <a:custGeom>
              <a:avLst/>
              <a:gdLst/>
              <a:ahLst/>
              <a:cxnLst/>
              <a:rect l="l" t="t" r="r" b="b"/>
              <a:pathLst>
                <a:path w="2137363" h="133185">
                  <a:moveTo>
                    <a:pt x="0" y="0"/>
                  </a:moveTo>
                  <a:lnTo>
                    <a:pt x="2137363" y="0"/>
                  </a:lnTo>
                  <a:lnTo>
                    <a:pt x="2137363" y="133185"/>
                  </a:lnTo>
                  <a:lnTo>
                    <a:pt x="0" y="133185"/>
                  </a:lnTo>
                  <a:close/>
                </a:path>
              </a:pathLst>
            </a:custGeom>
            <a:solidFill>
              <a:srgbClr val="FF751F"/>
            </a:solidFill>
          </p:spPr>
        </p:sp>
        <p:sp>
          <p:nvSpPr>
            <p:cNvPr id="9" name="TextBox 9"/>
            <p:cNvSpPr txBox="1"/>
            <p:nvPr/>
          </p:nvSpPr>
          <p:spPr>
            <a:xfrm>
              <a:off x="0" y="-47625"/>
              <a:ext cx="2137363" cy="180810"/>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0" y="1028700"/>
            <a:ext cx="17259300" cy="3537569"/>
            <a:chOff x="0" y="0"/>
            <a:chExt cx="4545659" cy="931705"/>
          </a:xfrm>
        </p:grpSpPr>
        <p:sp>
          <p:nvSpPr>
            <p:cNvPr id="11" name="Freeform 11"/>
            <p:cNvSpPr/>
            <p:nvPr/>
          </p:nvSpPr>
          <p:spPr>
            <a:xfrm>
              <a:off x="0" y="0"/>
              <a:ext cx="4545659" cy="931705"/>
            </a:xfrm>
            <a:custGeom>
              <a:avLst/>
              <a:gdLst/>
              <a:ahLst/>
              <a:cxnLst/>
              <a:rect l="l" t="t" r="r" b="b"/>
              <a:pathLst>
                <a:path w="4545659" h="931705">
                  <a:moveTo>
                    <a:pt x="0" y="0"/>
                  </a:moveTo>
                  <a:lnTo>
                    <a:pt x="4545659" y="0"/>
                  </a:lnTo>
                  <a:lnTo>
                    <a:pt x="4545659" y="931705"/>
                  </a:lnTo>
                  <a:lnTo>
                    <a:pt x="0" y="931705"/>
                  </a:lnTo>
                  <a:close/>
                </a:path>
              </a:pathLst>
            </a:custGeom>
            <a:solidFill>
              <a:srgbClr val="3C6295"/>
            </a:solidFill>
          </p:spPr>
        </p:sp>
        <p:sp>
          <p:nvSpPr>
            <p:cNvPr id="12" name="TextBox 12"/>
            <p:cNvSpPr txBox="1"/>
            <p:nvPr/>
          </p:nvSpPr>
          <p:spPr>
            <a:xfrm>
              <a:off x="0" y="-47625"/>
              <a:ext cx="4545659" cy="97933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9144000" y="8738033"/>
            <a:ext cx="8115300" cy="505688"/>
            <a:chOff x="0" y="0"/>
            <a:chExt cx="2137363" cy="133185"/>
          </a:xfrm>
        </p:grpSpPr>
        <p:sp>
          <p:nvSpPr>
            <p:cNvPr id="14" name="Freeform 14"/>
            <p:cNvSpPr/>
            <p:nvPr/>
          </p:nvSpPr>
          <p:spPr>
            <a:xfrm>
              <a:off x="0" y="0"/>
              <a:ext cx="2137363" cy="133185"/>
            </a:xfrm>
            <a:custGeom>
              <a:avLst/>
              <a:gdLst/>
              <a:ahLst/>
              <a:cxnLst/>
              <a:rect l="l" t="t" r="r" b="b"/>
              <a:pathLst>
                <a:path w="2137363" h="133185">
                  <a:moveTo>
                    <a:pt x="0" y="0"/>
                  </a:moveTo>
                  <a:lnTo>
                    <a:pt x="2137363" y="0"/>
                  </a:lnTo>
                  <a:lnTo>
                    <a:pt x="2137363" y="133185"/>
                  </a:lnTo>
                  <a:lnTo>
                    <a:pt x="0" y="133185"/>
                  </a:lnTo>
                  <a:close/>
                </a:path>
              </a:pathLst>
            </a:custGeom>
            <a:solidFill>
              <a:srgbClr val="3C6295"/>
            </a:solidFill>
          </p:spPr>
        </p:sp>
        <p:sp>
          <p:nvSpPr>
            <p:cNvPr id="15" name="TextBox 15"/>
            <p:cNvSpPr txBox="1"/>
            <p:nvPr/>
          </p:nvSpPr>
          <p:spPr>
            <a:xfrm>
              <a:off x="0" y="-47625"/>
              <a:ext cx="2137363" cy="18081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351230" y="1209649"/>
            <a:ext cx="3837892" cy="2846387"/>
            <a:chOff x="0" y="0"/>
            <a:chExt cx="594590" cy="440980"/>
          </a:xfrm>
        </p:grpSpPr>
        <p:sp>
          <p:nvSpPr>
            <p:cNvPr id="17" name="Freeform 17"/>
            <p:cNvSpPr/>
            <p:nvPr/>
          </p:nvSpPr>
          <p:spPr>
            <a:xfrm>
              <a:off x="0" y="0"/>
              <a:ext cx="594590" cy="440980"/>
            </a:xfrm>
            <a:custGeom>
              <a:avLst/>
              <a:gdLst/>
              <a:ahLst/>
              <a:cxnLst/>
              <a:rect l="l" t="t" r="r" b="b"/>
              <a:pathLst>
                <a:path w="594590" h="440980">
                  <a:moveTo>
                    <a:pt x="0" y="0"/>
                  </a:moveTo>
                  <a:lnTo>
                    <a:pt x="594590" y="0"/>
                  </a:lnTo>
                  <a:lnTo>
                    <a:pt x="594590" y="440980"/>
                  </a:lnTo>
                  <a:lnTo>
                    <a:pt x="0" y="440980"/>
                  </a:lnTo>
                  <a:close/>
                </a:path>
              </a:pathLst>
            </a:custGeom>
            <a:blipFill>
              <a:blip r:embed="rId5"/>
              <a:stretch>
                <a:fillRect l="-5658" r="-5658"/>
              </a:stretch>
            </a:blipFill>
          </p:spPr>
        </p:sp>
      </p:grpSp>
      <p:grpSp>
        <p:nvGrpSpPr>
          <p:cNvPr id="18" name="Group 18"/>
          <p:cNvGrpSpPr/>
          <p:nvPr/>
        </p:nvGrpSpPr>
        <p:grpSpPr>
          <a:xfrm>
            <a:off x="5306108" y="1209649"/>
            <a:ext cx="3837892" cy="2846387"/>
            <a:chOff x="0" y="0"/>
            <a:chExt cx="594590" cy="440980"/>
          </a:xfrm>
        </p:grpSpPr>
        <p:sp>
          <p:nvSpPr>
            <p:cNvPr id="19" name="Freeform 19"/>
            <p:cNvSpPr/>
            <p:nvPr/>
          </p:nvSpPr>
          <p:spPr>
            <a:xfrm>
              <a:off x="0" y="0"/>
              <a:ext cx="594590" cy="440980"/>
            </a:xfrm>
            <a:custGeom>
              <a:avLst/>
              <a:gdLst/>
              <a:ahLst/>
              <a:cxnLst/>
              <a:rect l="l" t="t" r="r" b="b"/>
              <a:pathLst>
                <a:path w="594590" h="440980">
                  <a:moveTo>
                    <a:pt x="0" y="0"/>
                  </a:moveTo>
                  <a:lnTo>
                    <a:pt x="594590" y="0"/>
                  </a:lnTo>
                  <a:lnTo>
                    <a:pt x="594590" y="440980"/>
                  </a:lnTo>
                  <a:lnTo>
                    <a:pt x="0" y="440980"/>
                  </a:lnTo>
                  <a:close/>
                </a:path>
              </a:pathLst>
            </a:custGeom>
            <a:blipFill>
              <a:blip r:embed="rId6"/>
              <a:stretch>
                <a:fillRect t="-51033" b="-51033"/>
              </a:stretch>
            </a:blipFill>
          </p:spPr>
        </p:sp>
      </p:grpSp>
      <p:grpSp>
        <p:nvGrpSpPr>
          <p:cNvPr id="20" name="Group 20"/>
          <p:cNvGrpSpPr/>
          <p:nvPr/>
        </p:nvGrpSpPr>
        <p:grpSpPr>
          <a:xfrm>
            <a:off x="9258300" y="1209649"/>
            <a:ext cx="3837892" cy="2846387"/>
            <a:chOff x="0" y="0"/>
            <a:chExt cx="594590" cy="440980"/>
          </a:xfrm>
        </p:grpSpPr>
        <p:sp>
          <p:nvSpPr>
            <p:cNvPr id="21" name="Freeform 21"/>
            <p:cNvSpPr/>
            <p:nvPr/>
          </p:nvSpPr>
          <p:spPr>
            <a:xfrm>
              <a:off x="0" y="0"/>
              <a:ext cx="594590" cy="440980"/>
            </a:xfrm>
            <a:custGeom>
              <a:avLst/>
              <a:gdLst/>
              <a:ahLst/>
              <a:cxnLst/>
              <a:rect l="l" t="t" r="r" b="b"/>
              <a:pathLst>
                <a:path w="594590" h="440980">
                  <a:moveTo>
                    <a:pt x="0" y="0"/>
                  </a:moveTo>
                  <a:lnTo>
                    <a:pt x="594590" y="0"/>
                  </a:lnTo>
                  <a:lnTo>
                    <a:pt x="594590" y="440980"/>
                  </a:lnTo>
                  <a:lnTo>
                    <a:pt x="0" y="440980"/>
                  </a:lnTo>
                  <a:close/>
                </a:path>
              </a:pathLst>
            </a:custGeom>
            <a:blipFill>
              <a:blip r:embed="rId7"/>
              <a:stretch>
                <a:fillRect l="-1954" r="-1954"/>
              </a:stretch>
            </a:blipFill>
          </p:spPr>
        </p:sp>
      </p:grpSp>
      <p:grpSp>
        <p:nvGrpSpPr>
          <p:cNvPr id="22" name="Group 22"/>
          <p:cNvGrpSpPr/>
          <p:nvPr/>
        </p:nvGrpSpPr>
        <p:grpSpPr>
          <a:xfrm>
            <a:off x="13210492" y="1209649"/>
            <a:ext cx="3837892" cy="2846387"/>
            <a:chOff x="0" y="0"/>
            <a:chExt cx="594590" cy="440980"/>
          </a:xfrm>
        </p:grpSpPr>
        <p:sp>
          <p:nvSpPr>
            <p:cNvPr id="23" name="Freeform 23"/>
            <p:cNvSpPr/>
            <p:nvPr/>
          </p:nvSpPr>
          <p:spPr>
            <a:xfrm>
              <a:off x="0" y="0"/>
              <a:ext cx="594590" cy="440980"/>
            </a:xfrm>
            <a:custGeom>
              <a:avLst/>
              <a:gdLst/>
              <a:ahLst/>
              <a:cxnLst/>
              <a:rect l="l" t="t" r="r" b="b"/>
              <a:pathLst>
                <a:path w="594590" h="440980">
                  <a:moveTo>
                    <a:pt x="0" y="0"/>
                  </a:moveTo>
                  <a:lnTo>
                    <a:pt x="594590" y="0"/>
                  </a:lnTo>
                  <a:lnTo>
                    <a:pt x="594590" y="440980"/>
                  </a:lnTo>
                  <a:lnTo>
                    <a:pt x="0" y="440980"/>
                  </a:lnTo>
                  <a:close/>
                </a:path>
              </a:pathLst>
            </a:custGeom>
            <a:blipFill>
              <a:blip r:embed="rId8"/>
              <a:stretch>
                <a:fillRect l="-5658" r="-5658"/>
              </a:stretch>
            </a:blipFill>
          </p:spPr>
        </p:sp>
      </p:grpSp>
      <p:sp>
        <p:nvSpPr>
          <p:cNvPr id="24" name="TextBox 24"/>
          <p:cNvSpPr txBox="1"/>
          <p:nvPr/>
        </p:nvSpPr>
        <p:spPr>
          <a:xfrm>
            <a:off x="1455762" y="4442444"/>
            <a:ext cx="4906437" cy="1791104"/>
          </a:xfrm>
          <a:prstGeom prst="rect">
            <a:avLst/>
          </a:prstGeom>
        </p:spPr>
        <p:txBody>
          <a:bodyPr lIns="0" tIns="0" rIns="0" bIns="0" rtlCol="0" anchor="t">
            <a:spAutoFit/>
          </a:bodyPr>
          <a:lstStyle/>
          <a:p>
            <a:pPr algn="l">
              <a:lnSpc>
                <a:spcPts val="14677"/>
              </a:lnSpc>
              <a:spcBef>
                <a:spcPct val="0"/>
              </a:spcBef>
            </a:pPr>
            <a:r>
              <a:rPr lang="en-US" sz="10484" b="1">
                <a:solidFill>
                  <a:srgbClr val="3C6295"/>
                </a:solidFill>
                <a:latin typeface="Archivo Narrow Bold"/>
                <a:ea typeface="Archivo Narrow Bold"/>
                <a:cs typeface="Archivo Narrow Bold"/>
                <a:sym typeface="Archivo Narrow Bold"/>
              </a:rPr>
              <a:t>Strength</a:t>
            </a:r>
          </a:p>
        </p:txBody>
      </p:sp>
      <p:sp>
        <p:nvSpPr>
          <p:cNvPr id="25" name="TextBox 25"/>
          <p:cNvSpPr txBox="1"/>
          <p:nvPr/>
        </p:nvSpPr>
        <p:spPr>
          <a:xfrm>
            <a:off x="1455762" y="6120492"/>
            <a:ext cx="6083263" cy="2468591"/>
          </a:xfrm>
          <a:prstGeom prst="rect">
            <a:avLst/>
          </a:prstGeom>
        </p:spPr>
        <p:txBody>
          <a:bodyPr lIns="0" tIns="0" rIns="0" bIns="0" rtlCol="0" anchor="t">
            <a:spAutoFit/>
          </a:bodyPr>
          <a:lstStyle/>
          <a:p>
            <a:pPr algn="just">
              <a:lnSpc>
                <a:spcPts val="2842"/>
              </a:lnSpc>
            </a:pPr>
            <a:r>
              <a:rPr lang="en-US" sz="2030">
                <a:solidFill>
                  <a:srgbClr val="000000"/>
                </a:solidFill>
                <a:latin typeface="Alegreya"/>
                <a:ea typeface="Alegreya"/>
                <a:cs typeface="Alegreya"/>
                <a:sym typeface="Alegreya"/>
              </a:rPr>
              <a:t>Lorem ipsum dolor sit amet, consectetur adipiscing elit. Nullam non gravida lorem. Donec ac tempus ante. Curabitur mattis nibh felis, vel commodo ex convallis quis. Donec fringilla rutrum elit. Vestibulum sit amet molestie metus, ac porttitor quam. Cras lorem odio, maximus eu libero vitae, ultrices congue quam. Proin facilisis nisi nec elementum viverra.</a:t>
            </a:r>
          </a:p>
        </p:txBody>
      </p:sp>
      <p:sp>
        <p:nvSpPr>
          <p:cNvPr id="26" name="TextBox 26"/>
          <p:cNvSpPr txBox="1"/>
          <p:nvPr/>
        </p:nvSpPr>
        <p:spPr>
          <a:xfrm>
            <a:off x="7743884" y="4983049"/>
            <a:ext cx="4655279" cy="3532333"/>
          </a:xfrm>
          <a:prstGeom prst="rect">
            <a:avLst/>
          </a:prstGeom>
        </p:spPr>
        <p:txBody>
          <a:bodyPr lIns="0" tIns="0" rIns="0" bIns="0" rtlCol="0" anchor="t">
            <a:spAutoFit/>
          </a:bodyPr>
          <a:lstStyle/>
          <a:p>
            <a:pPr algn="just">
              <a:lnSpc>
                <a:spcPts val="2842"/>
              </a:lnSpc>
            </a:pPr>
            <a:r>
              <a:rPr lang="en-US" sz="2030">
                <a:solidFill>
                  <a:srgbClr val="000000"/>
                </a:solidFill>
                <a:latin typeface="Alegreya"/>
                <a:ea typeface="Alegreya"/>
                <a:cs typeface="Alegreya"/>
                <a:sym typeface="Alegreya"/>
              </a:rPr>
              <a:t>Lorem ipsum dolor sit amet, consectetur adipiscing elit. Nullam non gravida lorem. Donec ac tempus ante. Curabitur mattis nibh felis, vel commodo ex convallis quis. Donec fringilla rutrum elit. Vestibulum sit amet molestie metus, ac porttitor quam. Cras lorem odio, maximus eu libero vitae, ultrices congue quam. Proin facilisis nisi nec elementum viverra. Praesent commodo sapien quis diam dignissim imperdiet.</a:t>
            </a:r>
          </a:p>
        </p:txBody>
      </p:sp>
      <p:sp>
        <p:nvSpPr>
          <p:cNvPr id="27" name="TextBox 27"/>
          <p:cNvSpPr txBox="1"/>
          <p:nvPr/>
        </p:nvSpPr>
        <p:spPr>
          <a:xfrm>
            <a:off x="12604021" y="4983049"/>
            <a:ext cx="4655279" cy="3177752"/>
          </a:xfrm>
          <a:prstGeom prst="rect">
            <a:avLst/>
          </a:prstGeom>
        </p:spPr>
        <p:txBody>
          <a:bodyPr lIns="0" tIns="0" rIns="0" bIns="0" rtlCol="0" anchor="t">
            <a:spAutoFit/>
          </a:bodyPr>
          <a:lstStyle/>
          <a:p>
            <a:pPr algn="just">
              <a:lnSpc>
                <a:spcPts val="2842"/>
              </a:lnSpc>
            </a:pPr>
            <a:r>
              <a:rPr lang="en-US" sz="2030">
                <a:solidFill>
                  <a:srgbClr val="000000"/>
                </a:solidFill>
                <a:latin typeface="Alegreya"/>
                <a:ea typeface="Alegreya"/>
                <a:cs typeface="Alegreya"/>
                <a:sym typeface="Alegreya"/>
              </a:rPr>
              <a:t>Lorem ipsum dolor sit amet, consectetur adipiscing elit. Nullam non gravida lorem. Donec ac tempus ante. Curabitur mattis nibh felis, vel commodo ex convallis quis. Donec fringilla rutrum elit. Vestibulum sit amet molestie metus, ac porttitor quam. Cras lorem odio, maximus eu libero vitae, ultrices congue quam. Proin facilisis nisi nec elementum viverra.</a:t>
            </a:r>
          </a:p>
        </p:txBody>
      </p:sp>
      <p:sp>
        <p:nvSpPr>
          <p:cNvPr id="28" name="TextBox 28"/>
          <p:cNvSpPr txBox="1"/>
          <p:nvPr/>
        </p:nvSpPr>
        <p:spPr>
          <a:xfrm>
            <a:off x="16122543" y="8308690"/>
            <a:ext cx="925841" cy="365760"/>
          </a:xfrm>
          <a:prstGeom prst="rect">
            <a:avLst/>
          </a:prstGeom>
        </p:spPr>
        <p:txBody>
          <a:bodyPr lIns="0" tIns="0" rIns="0" bIns="0" rtlCol="0" anchor="t">
            <a:spAutoFit/>
          </a:bodyPr>
          <a:lstStyle/>
          <a:p>
            <a:pPr algn="r">
              <a:lnSpc>
                <a:spcPts val="2940"/>
              </a:lnSpc>
              <a:spcBef>
                <a:spcPct val="0"/>
              </a:spcBef>
            </a:pPr>
            <a:r>
              <a:rPr lang="en-US" sz="2100" b="1">
                <a:solidFill>
                  <a:srgbClr val="3C6295"/>
                </a:solidFill>
                <a:latin typeface="Archivo Narrow Bold"/>
                <a:ea typeface="Archivo Narrow Bold"/>
                <a:cs typeface="Archivo Narrow Bold"/>
                <a:sym typeface="Archivo Narrow Bold"/>
              </a:rPr>
              <a:t>PAGE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a:off x="4219753" y="-4163497"/>
            <a:ext cx="9848495" cy="18613993"/>
          </a:xfrm>
          <a:custGeom>
            <a:avLst/>
            <a:gdLst/>
            <a:ahLst/>
            <a:cxnLst/>
            <a:rect l="l" t="t" r="r" b="b"/>
            <a:pathLst>
              <a:path w="9848495" h="18613993">
                <a:moveTo>
                  <a:pt x="0" y="0"/>
                </a:moveTo>
                <a:lnTo>
                  <a:pt x="9848494" y="0"/>
                </a:lnTo>
                <a:lnTo>
                  <a:pt x="9848494" y="18613994"/>
                </a:lnTo>
                <a:lnTo>
                  <a:pt x="0" y="18613994"/>
                </a:lnTo>
                <a:lnTo>
                  <a:pt x="0" y="0"/>
                </a:lnTo>
                <a:close/>
              </a:path>
            </a:pathLst>
          </a:custGeom>
          <a:blipFill>
            <a:blip>
              <a:alphaModFix amt="7999"/>
              <a:extLst>
                <a:ext uri="{96DAC541-7B7A-43D3-8B79-37D633B846F1}">
                  <asvg:svgBlip xmlns:asvg="http://schemas.microsoft.com/office/drawing/2016/SVG/main" r:embed="rId2"/>
                </a:ext>
              </a:extLst>
            </a:blip>
            <a:stretch>
              <a:fillRect/>
            </a:stretch>
          </a:blipFill>
        </p:spPr>
      </p:sp>
      <p:sp>
        <p:nvSpPr>
          <p:cNvPr id="3" name="Freeform 3"/>
          <p:cNvSpPr/>
          <p:nvPr/>
        </p:nvSpPr>
        <p:spPr>
          <a:xfrm>
            <a:off x="2341902" y="516545"/>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5946098" y="9371229"/>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028700" y="516545"/>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4632896" y="9371229"/>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1028700" y="8738033"/>
            <a:ext cx="8115300" cy="505688"/>
            <a:chOff x="0" y="0"/>
            <a:chExt cx="2137363" cy="133185"/>
          </a:xfrm>
        </p:grpSpPr>
        <p:sp>
          <p:nvSpPr>
            <p:cNvPr id="8" name="Freeform 8"/>
            <p:cNvSpPr/>
            <p:nvPr/>
          </p:nvSpPr>
          <p:spPr>
            <a:xfrm>
              <a:off x="0" y="0"/>
              <a:ext cx="2137363" cy="133185"/>
            </a:xfrm>
            <a:custGeom>
              <a:avLst/>
              <a:gdLst/>
              <a:ahLst/>
              <a:cxnLst/>
              <a:rect l="l" t="t" r="r" b="b"/>
              <a:pathLst>
                <a:path w="2137363" h="133185">
                  <a:moveTo>
                    <a:pt x="0" y="0"/>
                  </a:moveTo>
                  <a:lnTo>
                    <a:pt x="2137363" y="0"/>
                  </a:lnTo>
                  <a:lnTo>
                    <a:pt x="2137363" y="133185"/>
                  </a:lnTo>
                  <a:lnTo>
                    <a:pt x="0" y="133185"/>
                  </a:lnTo>
                  <a:close/>
                </a:path>
              </a:pathLst>
            </a:custGeom>
            <a:solidFill>
              <a:srgbClr val="FF751F"/>
            </a:solidFill>
          </p:spPr>
        </p:sp>
        <p:sp>
          <p:nvSpPr>
            <p:cNvPr id="9" name="TextBox 9"/>
            <p:cNvSpPr txBox="1"/>
            <p:nvPr/>
          </p:nvSpPr>
          <p:spPr>
            <a:xfrm>
              <a:off x="0" y="-47625"/>
              <a:ext cx="2137363" cy="180810"/>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5086350" y="0"/>
            <a:ext cx="4057650" cy="8990877"/>
            <a:chOff x="0" y="0"/>
            <a:chExt cx="1068681" cy="2367968"/>
          </a:xfrm>
        </p:grpSpPr>
        <p:sp>
          <p:nvSpPr>
            <p:cNvPr id="11" name="Freeform 11"/>
            <p:cNvSpPr/>
            <p:nvPr/>
          </p:nvSpPr>
          <p:spPr>
            <a:xfrm>
              <a:off x="0" y="0"/>
              <a:ext cx="1068681" cy="2367968"/>
            </a:xfrm>
            <a:custGeom>
              <a:avLst/>
              <a:gdLst/>
              <a:ahLst/>
              <a:cxnLst/>
              <a:rect l="l" t="t" r="r" b="b"/>
              <a:pathLst>
                <a:path w="1068681" h="2367968">
                  <a:moveTo>
                    <a:pt x="0" y="0"/>
                  </a:moveTo>
                  <a:lnTo>
                    <a:pt x="1068681" y="0"/>
                  </a:lnTo>
                  <a:lnTo>
                    <a:pt x="1068681" y="2367968"/>
                  </a:lnTo>
                  <a:lnTo>
                    <a:pt x="0" y="2367968"/>
                  </a:lnTo>
                  <a:close/>
                </a:path>
              </a:pathLst>
            </a:custGeom>
            <a:solidFill>
              <a:srgbClr val="FF751F"/>
            </a:solidFill>
          </p:spPr>
        </p:sp>
        <p:sp>
          <p:nvSpPr>
            <p:cNvPr id="12" name="TextBox 12"/>
            <p:cNvSpPr txBox="1"/>
            <p:nvPr/>
          </p:nvSpPr>
          <p:spPr>
            <a:xfrm>
              <a:off x="0" y="-47625"/>
              <a:ext cx="1068681" cy="2415593"/>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9144000" y="8738033"/>
            <a:ext cx="8115300" cy="505688"/>
            <a:chOff x="0" y="0"/>
            <a:chExt cx="2137363" cy="133185"/>
          </a:xfrm>
        </p:grpSpPr>
        <p:sp>
          <p:nvSpPr>
            <p:cNvPr id="14" name="Freeform 14"/>
            <p:cNvSpPr/>
            <p:nvPr/>
          </p:nvSpPr>
          <p:spPr>
            <a:xfrm>
              <a:off x="0" y="0"/>
              <a:ext cx="2137363" cy="133185"/>
            </a:xfrm>
            <a:custGeom>
              <a:avLst/>
              <a:gdLst/>
              <a:ahLst/>
              <a:cxnLst/>
              <a:rect l="l" t="t" r="r" b="b"/>
              <a:pathLst>
                <a:path w="2137363" h="133185">
                  <a:moveTo>
                    <a:pt x="0" y="0"/>
                  </a:moveTo>
                  <a:lnTo>
                    <a:pt x="2137363" y="0"/>
                  </a:lnTo>
                  <a:lnTo>
                    <a:pt x="2137363" y="133185"/>
                  </a:lnTo>
                  <a:lnTo>
                    <a:pt x="0" y="133185"/>
                  </a:lnTo>
                  <a:close/>
                </a:path>
              </a:pathLst>
            </a:custGeom>
            <a:solidFill>
              <a:srgbClr val="3C6295"/>
            </a:solidFill>
          </p:spPr>
        </p:sp>
        <p:sp>
          <p:nvSpPr>
            <p:cNvPr id="15" name="TextBox 15"/>
            <p:cNvSpPr txBox="1"/>
            <p:nvPr/>
          </p:nvSpPr>
          <p:spPr>
            <a:xfrm>
              <a:off x="0" y="-47625"/>
              <a:ext cx="2137363" cy="18081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5306108" y="4891604"/>
            <a:ext cx="3837892" cy="3846429"/>
            <a:chOff x="0" y="0"/>
            <a:chExt cx="594590" cy="595912"/>
          </a:xfrm>
        </p:grpSpPr>
        <p:sp>
          <p:nvSpPr>
            <p:cNvPr id="17" name="Freeform 17"/>
            <p:cNvSpPr/>
            <p:nvPr/>
          </p:nvSpPr>
          <p:spPr>
            <a:xfrm>
              <a:off x="0" y="0"/>
              <a:ext cx="594590" cy="595912"/>
            </a:xfrm>
            <a:custGeom>
              <a:avLst/>
              <a:gdLst/>
              <a:ahLst/>
              <a:cxnLst/>
              <a:rect l="l" t="t" r="r" b="b"/>
              <a:pathLst>
                <a:path w="594590" h="595912">
                  <a:moveTo>
                    <a:pt x="0" y="0"/>
                  </a:moveTo>
                  <a:lnTo>
                    <a:pt x="594590" y="0"/>
                  </a:lnTo>
                  <a:lnTo>
                    <a:pt x="594590" y="595912"/>
                  </a:lnTo>
                  <a:lnTo>
                    <a:pt x="0" y="595912"/>
                  </a:lnTo>
                  <a:close/>
                </a:path>
              </a:pathLst>
            </a:custGeom>
            <a:blipFill>
              <a:blip r:embed="rId5"/>
              <a:stretch>
                <a:fillRect l="-33317" t="-12560" r="-30648" b="-132996"/>
              </a:stretch>
            </a:blipFill>
          </p:spPr>
        </p:sp>
      </p:grpSp>
      <p:grpSp>
        <p:nvGrpSpPr>
          <p:cNvPr id="18" name="Group 18"/>
          <p:cNvGrpSpPr/>
          <p:nvPr/>
        </p:nvGrpSpPr>
        <p:grpSpPr>
          <a:xfrm>
            <a:off x="5306108" y="1045176"/>
            <a:ext cx="3837892" cy="3846429"/>
            <a:chOff x="0" y="0"/>
            <a:chExt cx="594590" cy="595912"/>
          </a:xfrm>
        </p:grpSpPr>
        <p:sp>
          <p:nvSpPr>
            <p:cNvPr id="19" name="Freeform 19"/>
            <p:cNvSpPr/>
            <p:nvPr/>
          </p:nvSpPr>
          <p:spPr>
            <a:xfrm>
              <a:off x="0" y="0"/>
              <a:ext cx="594590" cy="595912"/>
            </a:xfrm>
            <a:custGeom>
              <a:avLst/>
              <a:gdLst/>
              <a:ahLst/>
              <a:cxnLst/>
              <a:rect l="l" t="t" r="r" b="b"/>
              <a:pathLst>
                <a:path w="594590" h="595912">
                  <a:moveTo>
                    <a:pt x="0" y="0"/>
                  </a:moveTo>
                  <a:lnTo>
                    <a:pt x="594590" y="0"/>
                  </a:lnTo>
                  <a:lnTo>
                    <a:pt x="594590" y="595912"/>
                  </a:lnTo>
                  <a:lnTo>
                    <a:pt x="0" y="595912"/>
                  </a:lnTo>
                  <a:close/>
                </a:path>
              </a:pathLst>
            </a:custGeom>
            <a:blipFill>
              <a:blip r:embed="rId6"/>
              <a:stretch>
                <a:fillRect l="-26413" t="-24880" r="-26067" b="-103475"/>
              </a:stretch>
            </a:blipFill>
          </p:spPr>
        </p:sp>
      </p:grpSp>
      <p:sp>
        <p:nvSpPr>
          <p:cNvPr id="20" name="TextBox 20"/>
          <p:cNvSpPr txBox="1"/>
          <p:nvPr/>
        </p:nvSpPr>
        <p:spPr>
          <a:xfrm>
            <a:off x="1434890" y="1467214"/>
            <a:ext cx="3871218" cy="1791104"/>
          </a:xfrm>
          <a:prstGeom prst="rect">
            <a:avLst/>
          </a:prstGeom>
        </p:spPr>
        <p:txBody>
          <a:bodyPr lIns="0" tIns="0" rIns="0" bIns="0" rtlCol="0" anchor="t">
            <a:spAutoFit/>
          </a:bodyPr>
          <a:lstStyle/>
          <a:p>
            <a:pPr algn="l">
              <a:lnSpc>
                <a:spcPts val="14677"/>
              </a:lnSpc>
              <a:spcBef>
                <a:spcPct val="0"/>
              </a:spcBef>
            </a:pPr>
            <a:r>
              <a:rPr lang="en-US" sz="10484" b="1">
                <a:solidFill>
                  <a:srgbClr val="3C6295"/>
                </a:solidFill>
                <a:latin typeface="Archivo Narrow Bold"/>
                <a:ea typeface="Archivo Narrow Bold"/>
                <a:cs typeface="Archivo Narrow Bold"/>
                <a:sym typeface="Archivo Narrow Bold"/>
              </a:rPr>
              <a:t>Market</a:t>
            </a:r>
          </a:p>
        </p:txBody>
      </p:sp>
      <p:sp>
        <p:nvSpPr>
          <p:cNvPr id="21" name="TextBox 21"/>
          <p:cNvSpPr txBox="1"/>
          <p:nvPr/>
        </p:nvSpPr>
        <p:spPr>
          <a:xfrm>
            <a:off x="1434890" y="3368350"/>
            <a:ext cx="3518896" cy="5305238"/>
          </a:xfrm>
          <a:prstGeom prst="rect">
            <a:avLst/>
          </a:prstGeom>
        </p:spPr>
        <p:txBody>
          <a:bodyPr lIns="0" tIns="0" rIns="0" bIns="0" rtlCol="0" anchor="t">
            <a:spAutoFit/>
          </a:bodyPr>
          <a:lstStyle/>
          <a:p>
            <a:pPr algn="just">
              <a:lnSpc>
                <a:spcPts val="2842"/>
              </a:lnSpc>
            </a:pPr>
            <a:r>
              <a:rPr lang="en-US" sz="2030">
                <a:solidFill>
                  <a:srgbClr val="000000"/>
                </a:solidFill>
                <a:latin typeface="Alegreya"/>
                <a:ea typeface="Alegreya"/>
                <a:cs typeface="Alegreya"/>
                <a:sym typeface="Alegreya"/>
              </a:rPr>
              <a:t>Lorem ipsum dolor sit amet, consectetur adipiscing elit. Nullam non gravida lorem. Donec ac tempus ante. Curabitur mattis nibh felis, vel commodo ex convallis quis. Donec fringilla rutrum elit. Vestibulum sit amet molestie metus, ac porttitor quam. Cras lorem odio, maximus eu libero vitae, ultrices congue quam. Proin facilisis nisi nec elementum viverra. Praesent commodo sapien quis diam dignissim imperdiet. Duis quis ligula id nulla ultricies convallis.</a:t>
            </a:r>
          </a:p>
        </p:txBody>
      </p:sp>
      <p:sp>
        <p:nvSpPr>
          <p:cNvPr id="22" name="TextBox 22"/>
          <p:cNvSpPr txBox="1"/>
          <p:nvPr/>
        </p:nvSpPr>
        <p:spPr>
          <a:xfrm>
            <a:off x="9313278" y="1558154"/>
            <a:ext cx="7735105" cy="7078142"/>
          </a:xfrm>
          <a:prstGeom prst="rect">
            <a:avLst/>
          </a:prstGeom>
        </p:spPr>
        <p:txBody>
          <a:bodyPr lIns="0" tIns="0" rIns="0" bIns="0" rtlCol="0" anchor="t">
            <a:spAutoFit/>
          </a:bodyPr>
          <a:lstStyle/>
          <a:p>
            <a:pPr algn="just">
              <a:lnSpc>
                <a:spcPts val="2842"/>
              </a:lnSpc>
            </a:pPr>
            <a:r>
              <a:rPr lang="en-US" sz="2030">
                <a:solidFill>
                  <a:srgbClr val="000000"/>
                </a:solidFill>
                <a:latin typeface="Alegreya"/>
                <a:ea typeface="Alegreya"/>
                <a:cs typeface="Alegreya"/>
                <a:sym typeface="Alegreya"/>
              </a:rPr>
              <a:t>Lorem ipsum dolor sit amet, consectetur adipiscing elit. Nullam non gravida lorem. Donec ac tempus ante. Curabitur mattis nibh felis, vel commodo ex convallis quis. Donec fringilla rutrum elit. Vestibulum sit amet molestie metus, ac porttitor quam. Cras lorem odio, maximus eu libero vitae, ultrices congue quam. Proin facilisis nisi nec elementum viverra. Praesent commodo sapien quis diam dignissim imperdiet. Duis quis ligula id nulla ultricies convallis.</a:t>
            </a:r>
          </a:p>
          <a:p>
            <a:pPr algn="just">
              <a:lnSpc>
                <a:spcPts val="2842"/>
              </a:lnSpc>
            </a:pPr>
            <a:r>
              <a:rPr lang="en-US" sz="2030">
                <a:solidFill>
                  <a:srgbClr val="000000"/>
                </a:solidFill>
                <a:latin typeface="Alegreya"/>
                <a:ea typeface="Alegreya"/>
                <a:cs typeface="Alegreya"/>
                <a:sym typeface="Alegreya"/>
              </a:rPr>
              <a:t>Morbi odio nulla, venenatis malesuada porttitor nec, finibus ac magna. Curabitur elementum quam ut tortor tempus, non iaculis lectus aliquet. Proin scelerisque lacinia libero non convallis. Maecenas fermentum euismod nunc, et porttitor neque tincidunt eget. Curabitur sed arcu magna. Sed posuere, mi et commodo suscipit, mauris lectus volutpat turpis, quis malesuada ligula nisi id lorem. Ut ut diam ipsum. Vestibulum elementum ex orci, eget efficitur dui convallis vitae. Nam volutpat feugiat nisl in dictum. Morbi tempor et augue in imperdiet. Integer tincidunt efficitur semper.</a:t>
            </a:r>
          </a:p>
          <a:p>
            <a:pPr algn="just">
              <a:lnSpc>
                <a:spcPts val="2842"/>
              </a:lnSpc>
            </a:pPr>
            <a:r>
              <a:rPr lang="en-US" sz="2030">
                <a:solidFill>
                  <a:srgbClr val="000000"/>
                </a:solidFill>
                <a:latin typeface="Alegreya"/>
                <a:ea typeface="Alegreya"/>
                <a:cs typeface="Alegreya"/>
                <a:sym typeface="Alegreya"/>
              </a:rPr>
              <a:t>Aliquam sed ligula lacus. Morbi eget dolor eu velit pellentesque commodo. Lorem ipsum dolor sit amet, consectetur adipiscing elit. Duis vel sollicitudin purus. Maecenas dignissim mi nisi, rhoncus condimentum urna pulvinar ut.</a:t>
            </a:r>
          </a:p>
        </p:txBody>
      </p:sp>
      <p:sp>
        <p:nvSpPr>
          <p:cNvPr id="23" name="TextBox 23"/>
          <p:cNvSpPr txBox="1"/>
          <p:nvPr/>
        </p:nvSpPr>
        <p:spPr>
          <a:xfrm>
            <a:off x="15946098" y="1162024"/>
            <a:ext cx="1102286" cy="365760"/>
          </a:xfrm>
          <a:prstGeom prst="rect">
            <a:avLst/>
          </a:prstGeom>
        </p:spPr>
        <p:txBody>
          <a:bodyPr lIns="0" tIns="0" rIns="0" bIns="0" rtlCol="0" anchor="t">
            <a:spAutoFit/>
          </a:bodyPr>
          <a:lstStyle/>
          <a:p>
            <a:pPr algn="r">
              <a:lnSpc>
                <a:spcPts val="2940"/>
              </a:lnSpc>
              <a:spcBef>
                <a:spcPct val="0"/>
              </a:spcBef>
            </a:pPr>
            <a:r>
              <a:rPr lang="en-US" sz="2100" b="1">
                <a:solidFill>
                  <a:srgbClr val="3C6295"/>
                </a:solidFill>
                <a:latin typeface="Archivo Narrow Bold"/>
                <a:ea typeface="Archivo Narrow Bold"/>
                <a:cs typeface="Archivo Narrow Bold"/>
                <a:sym typeface="Archivo Narrow Bold"/>
              </a:rPr>
              <a:t>PAGE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H="1">
            <a:off x="4219753" y="-4163497"/>
            <a:ext cx="9848495" cy="18613993"/>
          </a:xfrm>
          <a:custGeom>
            <a:avLst/>
            <a:gdLst/>
            <a:ahLst/>
            <a:cxnLst/>
            <a:rect l="l" t="t" r="r" b="b"/>
            <a:pathLst>
              <a:path w="9848495" h="18613993">
                <a:moveTo>
                  <a:pt x="9848494" y="0"/>
                </a:moveTo>
                <a:lnTo>
                  <a:pt x="0" y="0"/>
                </a:lnTo>
                <a:lnTo>
                  <a:pt x="0" y="18613994"/>
                </a:lnTo>
                <a:lnTo>
                  <a:pt x="9848494" y="18613994"/>
                </a:lnTo>
                <a:lnTo>
                  <a:pt x="9848494" y="0"/>
                </a:lnTo>
                <a:close/>
              </a:path>
            </a:pathLst>
          </a:custGeom>
          <a:blipFill>
            <a:blip>
              <a:alphaModFix amt="7999"/>
              <a:extLst>
                <a:ext uri="{96DAC541-7B7A-43D3-8B79-37D633B846F1}">
                  <asvg:svgBlip xmlns:asvg="http://schemas.microsoft.com/office/drawing/2016/SVG/main" r:embed="rId2"/>
                </a:ext>
              </a:extLst>
            </a:blip>
            <a:stretch>
              <a:fillRect/>
            </a:stretch>
          </a:blipFill>
        </p:spPr>
      </p:sp>
      <p:sp>
        <p:nvSpPr>
          <p:cNvPr id="3" name="Freeform 3"/>
          <p:cNvSpPr/>
          <p:nvPr/>
        </p:nvSpPr>
        <p:spPr>
          <a:xfrm>
            <a:off x="2341902" y="516545"/>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5946098" y="9371229"/>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028700" y="516545"/>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4632896" y="9371229"/>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9067800" y="1028700"/>
            <a:ext cx="4095750" cy="505688"/>
            <a:chOff x="0" y="0"/>
            <a:chExt cx="1078716" cy="133185"/>
          </a:xfrm>
        </p:grpSpPr>
        <p:sp>
          <p:nvSpPr>
            <p:cNvPr id="8" name="Freeform 8"/>
            <p:cNvSpPr/>
            <p:nvPr/>
          </p:nvSpPr>
          <p:spPr>
            <a:xfrm>
              <a:off x="0" y="0"/>
              <a:ext cx="1078716" cy="133185"/>
            </a:xfrm>
            <a:custGeom>
              <a:avLst/>
              <a:gdLst/>
              <a:ahLst/>
              <a:cxnLst/>
              <a:rect l="l" t="t" r="r" b="b"/>
              <a:pathLst>
                <a:path w="1078716" h="133185">
                  <a:moveTo>
                    <a:pt x="0" y="0"/>
                  </a:moveTo>
                  <a:lnTo>
                    <a:pt x="1078716" y="0"/>
                  </a:lnTo>
                  <a:lnTo>
                    <a:pt x="1078716" y="133185"/>
                  </a:lnTo>
                  <a:lnTo>
                    <a:pt x="0" y="133185"/>
                  </a:lnTo>
                  <a:close/>
                </a:path>
              </a:pathLst>
            </a:custGeom>
            <a:solidFill>
              <a:srgbClr val="3C6295"/>
            </a:solidFill>
          </p:spPr>
        </p:sp>
        <p:sp>
          <p:nvSpPr>
            <p:cNvPr id="9" name="TextBox 9"/>
            <p:cNvSpPr txBox="1"/>
            <p:nvPr/>
          </p:nvSpPr>
          <p:spPr>
            <a:xfrm>
              <a:off x="0" y="-47625"/>
              <a:ext cx="1078716" cy="180810"/>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3163550" y="1028700"/>
            <a:ext cx="4095750" cy="505688"/>
            <a:chOff x="0" y="0"/>
            <a:chExt cx="1078716" cy="133185"/>
          </a:xfrm>
        </p:grpSpPr>
        <p:sp>
          <p:nvSpPr>
            <p:cNvPr id="11" name="Freeform 11"/>
            <p:cNvSpPr/>
            <p:nvPr/>
          </p:nvSpPr>
          <p:spPr>
            <a:xfrm>
              <a:off x="0" y="0"/>
              <a:ext cx="1078716" cy="133185"/>
            </a:xfrm>
            <a:custGeom>
              <a:avLst/>
              <a:gdLst/>
              <a:ahLst/>
              <a:cxnLst/>
              <a:rect l="l" t="t" r="r" b="b"/>
              <a:pathLst>
                <a:path w="1078716" h="133185">
                  <a:moveTo>
                    <a:pt x="0" y="0"/>
                  </a:moveTo>
                  <a:lnTo>
                    <a:pt x="1078716" y="0"/>
                  </a:lnTo>
                  <a:lnTo>
                    <a:pt x="1078716" y="133185"/>
                  </a:lnTo>
                  <a:lnTo>
                    <a:pt x="0" y="133185"/>
                  </a:lnTo>
                  <a:close/>
                </a:path>
              </a:pathLst>
            </a:custGeom>
            <a:solidFill>
              <a:srgbClr val="FF751F"/>
            </a:solidFill>
          </p:spPr>
        </p:sp>
        <p:sp>
          <p:nvSpPr>
            <p:cNvPr id="12" name="TextBox 12"/>
            <p:cNvSpPr txBox="1"/>
            <p:nvPr/>
          </p:nvSpPr>
          <p:spPr>
            <a:xfrm>
              <a:off x="0" y="-47625"/>
              <a:ext cx="1078716" cy="18081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9363758" y="2056284"/>
            <a:ext cx="7684625" cy="6793048"/>
            <a:chOff x="0" y="0"/>
            <a:chExt cx="674125" cy="595912"/>
          </a:xfrm>
        </p:grpSpPr>
        <p:sp>
          <p:nvSpPr>
            <p:cNvPr id="14" name="Freeform 14"/>
            <p:cNvSpPr/>
            <p:nvPr/>
          </p:nvSpPr>
          <p:spPr>
            <a:xfrm>
              <a:off x="0" y="0"/>
              <a:ext cx="674125" cy="595912"/>
            </a:xfrm>
            <a:custGeom>
              <a:avLst/>
              <a:gdLst/>
              <a:ahLst/>
              <a:cxnLst/>
              <a:rect l="l" t="t" r="r" b="b"/>
              <a:pathLst>
                <a:path w="674125" h="595912">
                  <a:moveTo>
                    <a:pt x="0" y="0"/>
                  </a:moveTo>
                  <a:lnTo>
                    <a:pt x="674125" y="0"/>
                  </a:lnTo>
                  <a:lnTo>
                    <a:pt x="674125" y="595912"/>
                  </a:lnTo>
                  <a:lnTo>
                    <a:pt x="0" y="595912"/>
                  </a:lnTo>
                  <a:close/>
                </a:path>
              </a:pathLst>
            </a:custGeom>
            <a:blipFill>
              <a:blip r:embed="rId5"/>
              <a:stretch>
                <a:fillRect l="-23487" t="-12560" r="-21133" b="-132996"/>
              </a:stretch>
            </a:blipFill>
          </p:spPr>
        </p:sp>
      </p:grpSp>
      <p:sp>
        <p:nvSpPr>
          <p:cNvPr id="15" name="TextBox 15"/>
          <p:cNvSpPr txBox="1"/>
          <p:nvPr/>
        </p:nvSpPr>
        <p:spPr>
          <a:xfrm>
            <a:off x="1028700" y="780222"/>
            <a:ext cx="6903637" cy="1787692"/>
          </a:xfrm>
          <a:prstGeom prst="rect">
            <a:avLst/>
          </a:prstGeom>
        </p:spPr>
        <p:txBody>
          <a:bodyPr lIns="0" tIns="0" rIns="0" bIns="0" rtlCol="0" anchor="t">
            <a:spAutoFit/>
          </a:bodyPr>
          <a:lstStyle/>
          <a:p>
            <a:pPr algn="ctr">
              <a:lnSpc>
                <a:spcPts val="14677"/>
              </a:lnSpc>
              <a:spcBef>
                <a:spcPct val="0"/>
              </a:spcBef>
            </a:pPr>
            <a:r>
              <a:rPr lang="en-US" sz="10484" b="1">
                <a:solidFill>
                  <a:srgbClr val="3C6295"/>
                </a:solidFill>
                <a:latin typeface="Archivo Narrow Bold"/>
                <a:ea typeface="Archivo Narrow Bold"/>
                <a:cs typeface="Archivo Narrow Bold"/>
                <a:sym typeface="Archivo Narrow Bold"/>
              </a:rPr>
              <a:t> Growth Plan</a:t>
            </a:r>
          </a:p>
        </p:txBody>
      </p:sp>
      <p:sp>
        <p:nvSpPr>
          <p:cNvPr id="16" name="TextBox 16"/>
          <p:cNvSpPr txBox="1"/>
          <p:nvPr/>
        </p:nvSpPr>
        <p:spPr>
          <a:xfrm>
            <a:off x="1332695" y="2328571"/>
            <a:ext cx="7735105" cy="7078142"/>
          </a:xfrm>
          <a:prstGeom prst="rect">
            <a:avLst/>
          </a:prstGeom>
        </p:spPr>
        <p:txBody>
          <a:bodyPr lIns="0" tIns="0" rIns="0" bIns="0" rtlCol="0" anchor="t">
            <a:spAutoFit/>
          </a:bodyPr>
          <a:lstStyle/>
          <a:p>
            <a:pPr algn="just">
              <a:lnSpc>
                <a:spcPts val="2842"/>
              </a:lnSpc>
            </a:pPr>
            <a:r>
              <a:rPr lang="en-US" sz="2030">
                <a:solidFill>
                  <a:srgbClr val="000000"/>
                </a:solidFill>
                <a:latin typeface="Alegreya"/>
                <a:ea typeface="Alegreya"/>
                <a:cs typeface="Alegreya"/>
                <a:sym typeface="Alegreya"/>
              </a:rPr>
              <a:t>Lorem ipsum dolor sit amet, consectetur adipiscing elit. Nullam non gravida lorem. Donec ac tempus ante. Curabitur mattis nibh felis, vel commodo ex convallis quis. Donec fringilla rutrum elit. Vestibulum sit amet molestie metus, ac porttitor quam. Cras lorem odio, maximus eu libero vitae, ultrices congue quam. Proin facilisis nisi nec elementum viverra. Praesent commodo sapien quis diam dignissim imperdiet. Duis quis ligula id nulla ultricies convallis.</a:t>
            </a:r>
          </a:p>
          <a:p>
            <a:pPr algn="just">
              <a:lnSpc>
                <a:spcPts val="2842"/>
              </a:lnSpc>
            </a:pPr>
            <a:r>
              <a:rPr lang="en-US" sz="2030">
                <a:solidFill>
                  <a:srgbClr val="000000"/>
                </a:solidFill>
                <a:latin typeface="Alegreya"/>
                <a:ea typeface="Alegreya"/>
                <a:cs typeface="Alegreya"/>
                <a:sym typeface="Alegreya"/>
              </a:rPr>
              <a:t>Morbi odio nulla, venenatis malesuada porttitor nec, finibus ac magna. Curabitur elementum quam ut tortor tempus, non iaculis lectus aliquet. Proin scelerisque lacinia libero non convallis. Maecenas fermentum euismod nunc, et porttitor neque tincidunt eget. Curabitur sed arcu magna. Sed posuere, mi et commodo suscipit, mauris lectus volutpat turpis, quis malesuada ligula nisi id lorem. Ut ut diam ipsum. Vestibulum elementum ex orci, eget efficitur dui convallis vitae. Nam volutpat feugiat nisl in dictum. Morbi tempor et augue in imperdiet. Integer tincidunt efficitur semper.</a:t>
            </a:r>
          </a:p>
          <a:p>
            <a:pPr algn="just">
              <a:lnSpc>
                <a:spcPts val="2842"/>
              </a:lnSpc>
            </a:pPr>
            <a:r>
              <a:rPr lang="en-US" sz="2030">
                <a:solidFill>
                  <a:srgbClr val="000000"/>
                </a:solidFill>
                <a:latin typeface="Alegreya"/>
                <a:ea typeface="Alegreya"/>
                <a:cs typeface="Alegreya"/>
                <a:sym typeface="Alegreya"/>
              </a:rPr>
              <a:t>Aliquam sed ligula lacus. Morbi eget dolor eu velit pellentesque commodo. Lorem ipsum dolor sit amet, consectetur adipiscing elit. Duis vel sollicitudin purus.</a:t>
            </a:r>
          </a:p>
        </p:txBody>
      </p:sp>
      <p:sp>
        <p:nvSpPr>
          <p:cNvPr id="17" name="TextBox 17"/>
          <p:cNvSpPr txBox="1"/>
          <p:nvPr/>
        </p:nvSpPr>
        <p:spPr>
          <a:xfrm>
            <a:off x="16138035" y="8806449"/>
            <a:ext cx="910348" cy="365760"/>
          </a:xfrm>
          <a:prstGeom prst="rect">
            <a:avLst/>
          </a:prstGeom>
        </p:spPr>
        <p:txBody>
          <a:bodyPr lIns="0" tIns="0" rIns="0" bIns="0" rtlCol="0" anchor="t">
            <a:spAutoFit/>
          </a:bodyPr>
          <a:lstStyle/>
          <a:p>
            <a:pPr algn="r">
              <a:lnSpc>
                <a:spcPts val="2940"/>
              </a:lnSpc>
              <a:spcBef>
                <a:spcPct val="0"/>
              </a:spcBef>
            </a:pPr>
            <a:r>
              <a:rPr lang="en-US" sz="2100" b="1">
                <a:solidFill>
                  <a:srgbClr val="3C6295"/>
                </a:solidFill>
                <a:latin typeface="Archivo Narrow Bold"/>
                <a:ea typeface="Archivo Narrow Bold"/>
                <a:cs typeface="Archivo Narrow Bold"/>
                <a:sym typeface="Archivo Narrow Bold"/>
              </a:rPr>
              <a:t>PAGE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4219753" y="-4163497"/>
            <a:ext cx="9848495" cy="18613993"/>
          </a:xfrm>
          <a:custGeom>
            <a:avLst/>
            <a:gdLst/>
            <a:ahLst/>
            <a:cxnLst/>
            <a:rect l="l" t="t" r="r" b="b"/>
            <a:pathLst>
              <a:path w="9848495" h="18613993">
                <a:moveTo>
                  <a:pt x="0" y="18613994"/>
                </a:moveTo>
                <a:lnTo>
                  <a:pt x="9848494" y="18613994"/>
                </a:lnTo>
                <a:lnTo>
                  <a:pt x="9848494" y="0"/>
                </a:lnTo>
                <a:lnTo>
                  <a:pt x="0" y="0"/>
                </a:lnTo>
                <a:lnTo>
                  <a:pt x="0" y="18613994"/>
                </a:lnTo>
                <a:close/>
              </a:path>
            </a:pathLst>
          </a:custGeom>
          <a:blipFill>
            <a:blip>
              <a:alphaModFix amt="6999"/>
              <a:extLst>
                <a:ext uri="{96DAC541-7B7A-43D3-8B79-37D633B846F1}">
                  <asvg:svgBlip xmlns:asvg="http://schemas.microsoft.com/office/drawing/2016/SVG/main" r:embed="rId2"/>
                </a:ext>
              </a:extLst>
            </a:blip>
            <a:stretch>
              <a:fillRect/>
            </a:stretch>
          </a:blipFill>
        </p:spPr>
      </p:sp>
      <p:sp>
        <p:nvSpPr>
          <p:cNvPr id="3" name="Freeform 3"/>
          <p:cNvSpPr/>
          <p:nvPr/>
        </p:nvSpPr>
        <p:spPr>
          <a:xfrm>
            <a:off x="2341902" y="516545"/>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5946098" y="9371229"/>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028700" y="516545"/>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4632896" y="9371229"/>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1028700" y="3648296"/>
            <a:ext cx="16230600" cy="2625312"/>
            <a:chOff x="0" y="0"/>
            <a:chExt cx="4274726" cy="691440"/>
          </a:xfrm>
        </p:grpSpPr>
        <p:sp>
          <p:nvSpPr>
            <p:cNvPr id="8" name="Freeform 8"/>
            <p:cNvSpPr/>
            <p:nvPr/>
          </p:nvSpPr>
          <p:spPr>
            <a:xfrm>
              <a:off x="0" y="0"/>
              <a:ext cx="4274726" cy="691440"/>
            </a:xfrm>
            <a:custGeom>
              <a:avLst/>
              <a:gdLst/>
              <a:ahLst/>
              <a:cxnLst/>
              <a:rect l="l" t="t" r="r" b="b"/>
              <a:pathLst>
                <a:path w="4274726" h="691440">
                  <a:moveTo>
                    <a:pt x="0" y="0"/>
                  </a:moveTo>
                  <a:lnTo>
                    <a:pt x="4274726" y="0"/>
                  </a:lnTo>
                  <a:lnTo>
                    <a:pt x="4274726" y="691440"/>
                  </a:lnTo>
                  <a:lnTo>
                    <a:pt x="0" y="691440"/>
                  </a:lnTo>
                  <a:close/>
                </a:path>
              </a:pathLst>
            </a:custGeom>
            <a:solidFill>
              <a:srgbClr val="3C6295"/>
            </a:solidFill>
          </p:spPr>
        </p:sp>
        <p:sp>
          <p:nvSpPr>
            <p:cNvPr id="9" name="TextBox 9"/>
            <p:cNvSpPr txBox="1"/>
            <p:nvPr/>
          </p:nvSpPr>
          <p:spPr>
            <a:xfrm>
              <a:off x="0" y="-47625"/>
              <a:ext cx="4274726" cy="739065"/>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028700" y="1028700"/>
            <a:ext cx="8115300" cy="505688"/>
            <a:chOff x="0" y="0"/>
            <a:chExt cx="2137363" cy="133185"/>
          </a:xfrm>
        </p:grpSpPr>
        <p:sp>
          <p:nvSpPr>
            <p:cNvPr id="11" name="Freeform 11"/>
            <p:cNvSpPr/>
            <p:nvPr/>
          </p:nvSpPr>
          <p:spPr>
            <a:xfrm>
              <a:off x="0" y="0"/>
              <a:ext cx="2137363" cy="133185"/>
            </a:xfrm>
            <a:custGeom>
              <a:avLst/>
              <a:gdLst/>
              <a:ahLst/>
              <a:cxnLst/>
              <a:rect l="l" t="t" r="r" b="b"/>
              <a:pathLst>
                <a:path w="2137363" h="133185">
                  <a:moveTo>
                    <a:pt x="0" y="0"/>
                  </a:moveTo>
                  <a:lnTo>
                    <a:pt x="2137363" y="0"/>
                  </a:lnTo>
                  <a:lnTo>
                    <a:pt x="2137363" y="133185"/>
                  </a:lnTo>
                  <a:lnTo>
                    <a:pt x="0" y="133185"/>
                  </a:lnTo>
                  <a:close/>
                </a:path>
              </a:pathLst>
            </a:custGeom>
            <a:solidFill>
              <a:srgbClr val="FF751F"/>
            </a:solidFill>
          </p:spPr>
        </p:sp>
        <p:sp>
          <p:nvSpPr>
            <p:cNvPr id="12" name="TextBox 12"/>
            <p:cNvSpPr txBox="1"/>
            <p:nvPr/>
          </p:nvSpPr>
          <p:spPr>
            <a:xfrm>
              <a:off x="0" y="-47625"/>
              <a:ext cx="2137363" cy="18081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9144000" y="1028700"/>
            <a:ext cx="8115300" cy="505688"/>
            <a:chOff x="0" y="0"/>
            <a:chExt cx="2137363" cy="133185"/>
          </a:xfrm>
        </p:grpSpPr>
        <p:sp>
          <p:nvSpPr>
            <p:cNvPr id="14" name="Freeform 14"/>
            <p:cNvSpPr/>
            <p:nvPr/>
          </p:nvSpPr>
          <p:spPr>
            <a:xfrm>
              <a:off x="0" y="0"/>
              <a:ext cx="2137363" cy="133185"/>
            </a:xfrm>
            <a:custGeom>
              <a:avLst/>
              <a:gdLst/>
              <a:ahLst/>
              <a:cxnLst/>
              <a:rect l="l" t="t" r="r" b="b"/>
              <a:pathLst>
                <a:path w="2137363" h="133185">
                  <a:moveTo>
                    <a:pt x="0" y="0"/>
                  </a:moveTo>
                  <a:lnTo>
                    <a:pt x="2137363" y="0"/>
                  </a:lnTo>
                  <a:lnTo>
                    <a:pt x="2137363" y="133185"/>
                  </a:lnTo>
                  <a:lnTo>
                    <a:pt x="0" y="133185"/>
                  </a:lnTo>
                  <a:close/>
                </a:path>
              </a:pathLst>
            </a:custGeom>
            <a:solidFill>
              <a:srgbClr val="3C6295"/>
            </a:solidFill>
          </p:spPr>
        </p:sp>
        <p:sp>
          <p:nvSpPr>
            <p:cNvPr id="15" name="TextBox 15"/>
            <p:cNvSpPr txBox="1"/>
            <p:nvPr/>
          </p:nvSpPr>
          <p:spPr>
            <a:xfrm>
              <a:off x="0" y="-47625"/>
              <a:ext cx="2137363" cy="180810"/>
            </a:xfrm>
            <a:prstGeom prst="rect">
              <a:avLst/>
            </a:prstGeom>
          </p:spPr>
          <p:txBody>
            <a:bodyPr lIns="50800" tIns="50800" rIns="50800" bIns="50800" rtlCol="0" anchor="ctr"/>
            <a:lstStyle/>
            <a:p>
              <a:pPr algn="ctr">
                <a:lnSpc>
                  <a:spcPts val="2659"/>
                </a:lnSpc>
              </a:pPr>
              <a:endParaRPr/>
            </a:p>
          </p:txBody>
        </p:sp>
      </p:grpSp>
      <p:sp>
        <p:nvSpPr>
          <p:cNvPr id="16" name="TextBox 16"/>
          <p:cNvSpPr txBox="1"/>
          <p:nvPr/>
        </p:nvSpPr>
        <p:spPr>
          <a:xfrm>
            <a:off x="5261815" y="3391121"/>
            <a:ext cx="7764370" cy="2299217"/>
          </a:xfrm>
          <a:prstGeom prst="rect">
            <a:avLst/>
          </a:prstGeom>
        </p:spPr>
        <p:txBody>
          <a:bodyPr lIns="0" tIns="0" rIns="0" bIns="0" rtlCol="0" anchor="t">
            <a:spAutoFit/>
          </a:bodyPr>
          <a:lstStyle/>
          <a:p>
            <a:pPr algn="ctr">
              <a:lnSpc>
                <a:spcPts val="18878"/>
              </a:lnSpc>
              <a:spcBef>
                <a:spcPct val="0"/>
              </a:spcBef>
            </a:pPr>
            <a:r>
              <a:rPr lang="en-US" sz="13484" b="1">
                <a:solidFill>
                  <a:srgbClr val="FFFFFF"/>
                </a:solidFill>
                <a:latin typeface="Archivo Narrow Bold"/>
                <a:ea typeface="Archivo Narrow Bold"/>
                <a:cs typeface="Archivo Narrow Bold"/>
                <a:sym typeface="Archivo Narrow Bold"/>
              </a:rPr>
              <a:t>Thank you </a:t>
            </a:r>
          </a:p>
        </p:txBody>
      </p:sp>
      <p:sp>
        <p:nvSpPr>
          <p:cNvPr id="17" name="TextBox 17"/>
          <p:cNvSpPr txBox="1"/>
          <p:nvPr/>
        </p:nvSpPr>
        <p:spPr>
          <a:xfrm>
            <a:off x="7397697" y="5642713"/>
            <a:ext cx="3492606" cy="422275"/>
          </a:xfrm>
          <a:prstGeom prst="rect">
            <a:avLst/>
          </a:prstGeom>
        </p:spPr>
        <p:txBody>
          <a:bodyPr lIns="0" tIns="0" rIns="0" bIns="0" rtlCol="0" anchor="t">
            <a:spAutoFit/>
          </a:bodyPr>
          <a:lstStyle/>
          <a:p>
            <a:pPr algn="ctr">
              <a:lnSpc>
                <a:spcPts val="3499"/>
              </a:lnSpc>
              <a:spcBef>
                <a:spcPct val="0"/>
              </a:spcBef>
            </a:pPr>
            <a:r>
              <a:rPr lang="en-US" sz="2499" b="1">
                <a:solidFill>
                  <a:srgbClr val="FFFFFF"/>
                </a:solidFill>
                <a:latin typeface="Alegreya Bold"/>
                <a:ea typeface="Alegreya Bold"/>
                <a:cs typeface="Alegreya Bold"/>
                <a:sym typeface="Alegreya Bold"/>
              </a:rPr>
              <a:t>www.reallygreatsite.com</a:t>
            </a:r>
          </a:p>
        </p:txBody>
      </p:sp>
      <p:sp>
        <p:nvSpPr>
          <p:cNvPr id="18" name="TextBox 18"/>
          <p:cNvSpPr txBox="1"/>
          <p:nvPr/>
        </p:nvSpPr>
        <p:spPr>
          <a:xfrm>
            <a:off x="4604432" y="5642713"/>
            <a:ext cx="2236269" cy="422275"/>
          </a:xfrm>
          <a:prstGeom prst="rect">
            <a:avLst/>
          </a:prstGeom>
        </p:spPr>
        <p:txBody>
          <a:bodyPr lIns="0" tIns="0" rIns="0" bIns="0" rtlCol="0" anchor="t">
            <a:spAutoFit/>
          </a:bodyPr>
          <a:lstStyle/>
          <a:p>
            <a:pPr algn="ctr">
              <a:lnSpc>
                <a:spcPts val="3499"/>
              </a:lnSpc>
              <a:spcBef>
                <a:spcPct val="0"/>
              </a:spcBef>
            </a:pPr>
            <a:r>
              <a:rPr lang="en-US" sz="2499" b="1">
                <a:solidFill>
                  <a:srgbClr val="FFFFFF"/>
                </a:solidFill>
                <a:latin typeface="Alegreya Bold"/>
                <a:ea typeface="Alegreya Bold"/>
                <a:cs typeface="Alegreya Bold"/>
                <a:sym typeface="Alegreya Bold"/>
              </a:rPr>
              <a:t>@reallygreatsite</a:t>
            </a:r>
          </a:p>
        </p:txBody>
      </p:sp>
      <p:sp>
        <p:nvSpPr>
          <p:cNvPr id="19" name="TextBox 19"/>
          <p:cNvSpPr txBox="1"/>
          <p:nvPr/>
        </p:nvSpPr>
        <p:spPr>
          <a:xfrm>
            <a:off x="11554410" y="5642713"/>
            <a:ext cx="2129159" cy="422275"/>
          </a:xfrm>
          <a:prstGeom prst="rect">
            <a:avLst/>
          </a:prstGeom>
        </p:spPr>
        <p:txBody>
          <a:bodyPr lIns="0" tIns="0" rIns="0" bIns="0" rtlCol="0" anchor="t">
            <a:spAutoFit/>
          </a:bodyPr>
          <a:lstStyle/>
          <a:p>
            <a:pPr algn="ctr">
              <a:lnSpc>
                <a:spcPts val="3499"/>
              </a:lnSpc>
              <a:spcBef>
                <a:spcPct val="0"/>
              </a:spcBef>
            </a:pPr>
            <a:r>
              <a:rPr lang="en-US" sz="2499" b="1">
                <a:solidFill>
                  <a:srgbClr val="FFFFFF"/>
                </a:solidFill>
                <a:latin typeface="Alegreya Bold"/>
                <a:ea typeface="Alegreya Bold"/>
                <a:cs typeface="Alegreya Bold"/>
                <a:sym typeface="Alegreya Bold"/>
              </a:rPr>
              <a:t>+123-456-7890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1919</Words>
  <Application>Microsoft Office PowerPoint</Application>
  <PresentationFormat>Custom</PresentationFormat>
  <Paragraphs>47</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Alegreya Bold</vt:lpstr>
      <vt:lpstr>Calibri</vt:lpstr>
      <vt:lpstr>Archivo Narrow Bold</vt:lpstr>
      <vt:lpstr>Alegreya</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Orange Blue and White Modern Presentation</dc:title>
  <dc:creator>rido mr</dc:creator>
  <cp:lastModifiedBy>rido mr</cp:lastModifiedBy>
  <cp:revision>1</cp:revision>
  <dcterms:created xsi:type="dcterms:W3CDTF">2006-08-16T00:00:00Z</dcterms:created>
  <dcterms:modified xsi:type="dcterms:W3CDTF">2026-06-02T22:43:05Z</dcterms:modified>
  <dc:identifier>DAHLdvlc6Pk</dc:identifier>
</cp:coreProperties>
</file>